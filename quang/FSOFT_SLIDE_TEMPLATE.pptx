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6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</p:sldIdLst>
  <p:sldSz cy="6858000" cx="12192000"/>
  <p:notesSz cx="6858000" cy="9144000"/>
  <p:embeddedFontLst>
    <p:embeddedFont>
      <p:font typeface="Quattrocento Sans"/>
      <p:regular r:id="rId9"/>
      <p:bold r:id="rId10"/>
      <p:italic r:id="rId11"/>
      <p:boldItalic r:id="rId1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font" Target="fonts/QuattrocentoSans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font" Target="fonts/QuattrocentoSans-italic.fntdata"/><Relationship Id="rId10" Type="http://schemas.openxmlformats.org/officeDocument/2006/relationships/font" Target="fonts/QuattrocentoSans-bold.fntdata"/><Relationship Id="rId12" Type="http://schemas.openxmlformats.org/officeDocument/2006/relationships/font" Target="fonts/QuattrocentoSans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g"/><Relationship Id="rId3" Type="http://schemas.openxmlformats.org/officeDocument/2006/relationships/image" Target="../media/image5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5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jpg"/><Relationship Id="rId3" Type="http://schemas.openxmlformats.org/officeDocument/2006/relationships/image" Target="../media/image20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jpg"/><Relationship Id="rId3" Type="http://schemas.openxmlformats.org/officeDocument/2006/relationships/image" Target="../media/image5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5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5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jpg"/><Relationship Id="rId3" Type="http://schemas.openxmlformats.org/officeDocument/2006/relationships/image" Target="../media/image5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5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5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20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>
  <p:cSld name="Cover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title"/>
          </p:nvPr>
        </p:nvSpPr>
        <p:spPr>
          <a:xfrm>
            <a:off x="652402" y="1578794"/>
            <a:ext cx="7010039" cy="1838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600"/>
              <a:buFont typeface="Arial"/>
              <a:buNone/>
              <a:defRPr sz="6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body"/>
          </p:nvPr>
        </p:nvSpPr>
        <p:spPr>
          <a:xfrm>
            <a:off x="673100" y="3440881"/>
            <a:ext cx="4470400" cy="512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b="1" i="0" sz="28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2" type="body"/>
          </p:nvPr>
        </p:nvSpPr>
        <p:spPr>
          <a:xfrm>
            <a:off x="827314" y="5993176"/>
            <a:ext cx="1819050" cy="407624"/>
          </a:xfrm>
          <a:prstGeom prst="rect">
            <a:avLst/>
          </a:prstGeom>
          <a:solidFill>
            <a:schemeClr val="accent1">
              <a:alpha val="20000"/>
            </a:schemeClr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/>
        </p:txBody>
      </p:sp>
      <p:pic>
        <p:nvPicPr>
          <p:cNvPr id="15" name="Google Shape;15;p2"/>
          <p:cNvPicPr preferRelativeResize="0"/>
          <p:nvPr/>
        </p:nvPicPr>
        <p:blipFill rotWithShape="1">
          <a:blip r:embed="rId3">
            <a:alphaModFix/>
          </a:blip>
          <a:srcRect b="34007" l="32543" r="32543" t="34007"/>
          <a:stretch/>
        </p:blipFill>
        <p:spPr>
          <a:xfrm>
            <a:off x="759599" y="704334"/>
            <a:ext cx="940168" cy="6105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Table of Contents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/>
          <p:nvPr/>
        </p:nvSpPr>
        <p:spPr>
          <a:xfrm>
            <a:off x="0" y="0"/>
            <a:ext cx="5211271" cy="6873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Quattrocento Sans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594991" y="2435283"/>
            <a:ext cx="3499338" cy="19874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Font typeface="Quattrocento Sans"/>
              <a:buNone/>
              <a:defRPr sz="4800">
                <a:solidFill>
                  <a:schemeClr val="accent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/>
          <p:nvPr/>
        </p:nvSpPr>
        <p:spPr>
          <a:xfrm flipH="1">
            <a:off x="4799761" y="1149171"/>
            <a:ext cx="663183" cy="663183"/>
          </a:xfrm>
          <a:prstGeom prst="ellipse">
            <a:avLst/>
          </a:prstGeom>
          <a:solidFill>
            <a:schemeClr val="accent1"/>
          </a:solidFill>
          <a:ln cap="flat" cmpd="sng" w="508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attrocento Sans"/>
              <a:buNone/>
            </a:pPr>
            <a:r>
              <a:t/>
            </a:r>
            <a:endParaRPr b="1" i="0" sz="1400" u="none" cap="none" strike="noStrike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0" name="Google Shape;20;p3"/>
          <p:cNvSpPr txBox="1"/>
          <p:nvPr>
            <p:ph idx="1" type="body"/>
          </p:nvPr>
        </p:nvSpPr>
        <p:spPr>
          <a:xfrm>
            <a:off x="4773370" y="1116158"/>
            <a:ext cx="715963" cy="750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b="1" i="0" sz="28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/>
        </p:txBody>
      </p:sp>
      <p:sp>
        <p:nvSpPr>
          <p:cNvPr id="21" name="Google Shape;21;p3"/>
          <p:cNvSpPr txBox="1"/>
          <p:nvPr>
            <p:ph idx="2" type="body"/>
          </p:nvPr>
        </p:nvSpPr>
        <p:spPr>
          <a:xfrm>
            <a:off x="5721985" y="1282211"/>
            <a:ext cx="4641850" cy="4187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/>
        </p:txBody>
      </p:sp>
      <p:sp>
        <p:nvSpPr>
          <p:cNvPr id="22" name="Google Shape;22;p3"/>
          <p:cNvSpPr/>
          <p:nvPr/>
        </p:nvSpPr>
        <p:spPr>
          <a:xfrm flipH="1">
            <a:off x="4799761" y="2433333"/>
            <a:ext cx="663183" cy="663183"/>
          </a:xfrm>
          <a:prstGeom prst="ellipse">
            <a:avLst/>
          </a:prstGeom>
          <a:solidFill>
            <a:schemeClr val="accent1"/>
          </a:solidFill>
          <a:ln cap="flat" cmpd="sng" w="508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attrocento Sans"/>
              <a:buNone/>
            </a:pPr>
            <a:r>
              <a:t/>
            </a:r>
            <a:endParaRPr b="1" i="0" sz="1400" u="none" cap="none" strike="noStrike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3" name="Google Shape;23;p3"/>
          <p:cNvSpPr txBox="1"/>
          <p:nvPr>
            <p:ph idx="3" type="body"/>
          </p:nvPr>
        </p:nvSpPr>
        <p:spPr>
          <a:xfrm>
            <a:off x="4773370" y="2400320"/>
            <a:ext cx="715963" cy="750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b="1" i="0" sz="28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/>
        </p:txBody>
      </p:sp>
      <p:sp>
        <p:nvSpPr>
          <p:cNvPr id="24" name="Google Shape;24;p3"/>
          <p:cNvSpPr txBox="1"/>
          <p:nvPr>
            <p:ph idx="4" type="body"/>
          </p:nvPr>
        </p:nvSpPr>
        <p:spPr>
          <a:xfrm>
            <a:off x="5721985" y="2566373"/>
            <a:ext cx="4641850" cy="4187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/>
        </p:txBody>
      </p:sp>
      <p:sp>
        <p:nvSpPr>
          <p:cNvPr id="25" name="Google Shape;25;p3"/>
          <p:cNvSpPr/>
          <p:nvPr/>
        </p:nvSpPr>
        <p:spPr>
          <a:xfrm flipH="1">
            <a:off x="4799761" y="3717495"/>
            <a:ext cx="663183" cy="663183"/>
          </a:xfrm>
          <a:prstGeom prst="ellipse">
            <a:avLst/>
          </a:prstGeom>
          <a:solidFill>
            <a:schemeClr val="accent1"/>
          </a:solidFill>
          <a:ln cap="flat" cmpd="sng" w="508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attrocento Sans"/>
              <a:buNone/>
            </a:pPr>
            <a:r>
              <a:t/>
            </a:r>
            <a:endParaRPr b="1" i="0" sz="1400" u="none" cap="none" strike="noStrike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6" name="Google Shape;26;p3"/>
          <p:cNvSpPr txBox="1"/>
          <p:nvPr>
            <p:ph idx="5" type="body"/>
          </p:nvPr>
        </p:nvSpPr>
        <p:spPr>
          <a:xfrm>
            <a:off x="4773370" y="3684482"/>
            <a:ext cx="715963" cy="750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b="1" i="0" sz="28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6" type="body"/>
          </p:nvPr>
        </p:nvSpPr>
        <p:spPr>
          <a:xfrm>
            <a:off x="5721985" y="3850535"/>
            <a:ext cx="4641850" cy="4187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/>
        </p:txBody>
      </p:sp>
      <p:sp>
        <p:nvSpPr>
          <p:cNvPr id="28" name="Google Shape;28;p3"/>
          <p:cNvSpPr/>
          <p:nvPr/>
        </p:nvSpPr>
        <p:spPr>
          <a:xfrm flipH="1">
            <a:off x="4799761" y="5001657"/>
            <a:ext cx="663183" cy="663183"/>
          </a:xfrm>
          <a:prstGeom prst="ellipse">
            <a:avLst/>
          </a:prstGeom>
          <a:solidFill>
            <a:schemeClr val="accent1"/>
          </a:solidFill>
          <a:ln cap="flat" cmpd="sng" w="508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attrocento Sans"/>
              <a:buNone/>
            </a:pPr>
            <a:r>
              <a:t/>
            </a:r>
            <a:endParaRPr b="1" i="0" sz="1400" u="none" cap="none" strike="noStrike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9" name="Google Shape;29;p3"/>
          <p:cNvSpPr txBox="1"/>
          <p:nvPr>
            <p:ph idx="7" type="body"/>
          </p:nvPr>
        </p:nvSpPr>
        <p:spPr>
          <a:xfrm>
            <a:off x="4773370" y="4968644"/>
            <a:ext cx="715963" cy="750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b="1" i="0" sz="28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/>
        </p:txBody>
      </p:sp>
      <p:sp>
        <p:nvSpPr>
          <p:cNvPr id="30" name="Google Shape;30;p3"/>
          <p:cNvSpPr txBox="1"/>
          <p:nvPr>
            <p:ph idx="8" type="body"/>
          </p:nvPr>
        </p:nvSpPr>
        <p:spPr>
          <a:xfrm>
            <a:off x="5721985" y="5134697"/>
            <a:ext cx="4641850" cy="4187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/>
        </p:txBody>
      </p:sp>
      <p:pic>
        <p:nvPicPr>
          <p:cNvPr id="31" name="Google Shape;31;p3"/>
          <p:cNvPicPr preferRelativeResize="0"/>
          <p:nvPr/>
        </p:nvPicPr>
        <p:blipFill rotWithShape="1">
          <a:blip r:embed="rId3">
            <a:alphaModFix/>
          </a:blip>
          <a:srcRect b="34007" l="32543" r="32543" t="34007"/>
          <a:stretch/>
        </p:blipFill>
        <p:spPr>
          <a:xfrm>
            <a:off x="10948575" y="296561"/>
            <a:ext cx="940168" cy="610517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3"/>
          <p:cNvSpPr txBox="1"/>
          <p:nvPr/>
        </p:nvSpPr>
        <p:spPr>
          <a:xfrm>
            <a:off x="525780" y="6415503"/>
            <a:ext cx="4114800" cy="2519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CDCC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© Copyright FPT – Level of Confidentiality </a:t>
            </a:r>
            <a:endParaRPr b="0" i="0" sz="1050" u="none" cap="none" strike="noStrike">
              <a:solidFill>
                <a:srgbClr val="CDCCCC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with Picture">
  <p:cSld name="Text with Picture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3175"/>
            <a:ext cx="12192000" cy="958850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4"/>
          <p:cNvSpPr txBox="1"/>
          <p:nvPr>
            <p:ph type="title"/>
          </p:nvPr>
        </p:nvSpPr>
        <p:spPr>
          <a:xfrm>
            <a:off x="525780" y="190527"/>
            <a:ext cx="10515600" cy="7110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Quattrocento Sans"/>
              <a:buNone/>
              <a:defRPr sz="28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/>
          <p:nvPr/>
        </p:nvSpPr>
        <p:spPr>
          <a:xfrm>
            <a:off x="-426720" y="1118429"/>
            <a:ext cx="266700" cy="685815"/>
          </a:xfrm>
          <a:prstGeom prst="roundRect">
            <a:avLst>
              <a:gd fmla="val 8511" name="adj"/>
            </a:avLst>
          </a:prstGeom>
          <a:solidFill>
            <a:srgbClr val="034E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-426720" y="1914296"/>
            <a:ext cx="266700" cy="685815"/>
          </a:xfrm>
          <a:prstGeom prst="roundRect">
            <a:avLst>
              <a:gd fmla="val 8511" name="adj"/>
            </a:avLst>
          </a:prstGeom>
          <a:solidFill>
            <a:srgbClr val="19226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-426720" y="2710163"/>
            <a:ext cx="266700" cy="685815"/>
          </a:xfrm>
          <a:prstGeom prst="roundRect">
            <a:avLst>
              <a:gd fmla="val 8511" name="adj"/>
            </a:avLst>
          </a:prstGeom>
          <a:solidFill>
            <a:srgbClr val="33B2C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-426720" y="3506030"/>
            <a:ext cx="266700" cy="685815"/>
          </a:xfrm>
          <a:prstGeom prst="roundRect">
            <a:avLst>
              <a:gd fmla="val 8511" name="adj"/>
            </a:avLst>
          </a:prstGeom>
          <a:solidFill>
            <a:srgbClr val="50B84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-426720" y="4301897"/>
            <a:ext cx="266700" cy="685815"/>
          </a:xfrm>
          <a:prstGeom prst="roundRect">
            <a:avLst>
              <a:gd fmla="val 8511" name="adj"/>
            </a:avLst>
          </a:prstGeom>
          <a:solidFill>
            <a:srgbClr val="F3712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-426720" y="5097764"/>
            <a:ext cx="266700" cy="685815"/>
          </a:xfrm>
          <a:prstGeom prst="roundRect">
            <a:avLst>
              <a:gd fmla="val 8511" name="adj"/>
            </a:avLst>
          </a:prstGeom>
          <a:solidFill>
            <a:srgbClr val="E4E5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42" name="Google Shape;42;p4"/>
          <p:cNvSpPr txBox="1"/>
          <p:nvPr/>
        </p:nvSpPr>
        <p:spPr>
          <a:xfrm>
            <a:off x="525780" y="6415503"/>
            <a:ext cx="4114800" cy="2519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CDCC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© Copyright FPT – Level of Confidentiality </a:t>
            </a:r>
            <a:endParaRPr b="0" i="0" sz="1050" u="none" cap="none" strike="noStrike">
              <a:solidFill>
                <a:srgbClr val="CDCCCC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-426720" y="5893631"/>
            <a:ext cx="266700" cy="685815"/>
          </a:xfrm>
          <a:prstGeom prst="roundRect">
            <a:avLst>
              <a:gd fmla="val 8511" name="adj"/>
            </a:avLst>
          </a:prstGeom>
          <a:solidFill>
            <a:srgbClr val="B5B5B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44" name="Google Shape;44;p4"/>
          <p:cNvSpPr txBox="1"/>
          <p:nvPr>
            <p:ph idx="12" type="sldNum"/>
          </p:nvPr>
        </p:nvSpPr>
        <p:spPr>
          <a:xfrm>
            <a:off x="11311875" y="6415503"/>
            <a:ext cx="596198" cy="2519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" name="Google Shape;45;p4"/>
          <p:cNvSpPr/>
          <p:nvPr>
            <p:ph idx="2" type="pic"/>
          </p:nvPr>
        </p:nvSpPr>
        <p:spPr>
          <a:xfrm>
            <a:off x="5753100" y="965200"/>
            <a:ext cx="6438900" cy="58928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525463" y="1296989"/>
            <a:ext cx="4752975" cy="5072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3200"/>
              <a:buFont typeface="Arial"/>
              <a:buNone/>
              <a:defRPr b="1" i="0" sz="3200" u="none" cap="none" strike="noStrike">
                <a:solidFill>
                  <a:schemeClr val="accent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/>
        </p:txBody>
      </p:sp>
      <p:sp>
        <p:nvSpPr>
          <p:cNvPr id="47" name="Google Shape;47;p4"/>
          <p:cNvSpPr txBox="1"/>
          <p:nvPr>
            <p:ph idx="3" type="body"/>
          </p:nvPr>
        </p:nvSpPr>
        <p:spPr>
          <a:xfrm>
            <a:off x="525463" y="2092854"/>
            <a:ext cx="4752975" cy="40764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Google Shape;49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965200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5"/>
          <p:cNvSpPr txBox="1"/>
          <p:nvPr>
            <p:ph type="title"/>
          </p:nvPr>
        </p:nvSpPr>
        <p:spPr>
          <a:xfrm>
            <a:off x="525780" y="190527"/>
            <a:ext cx="10515600" cy="7110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5"/>
          <p:cNvSpPr/>
          <p:nvPr/>
        </p:nvSpPr>
        <p:spPr>
          <a:xfrm>
            <a:off x="-426720" y="1118429"/>
            <a:ext cx="266700" cy="685815"/>
          </a:xfrm>
          <a:prstGeom prst="roundRect">
            <a:avLst>
              <a:gd fmla="val 8511" name="adj"/>
            </a:avLst>
          </a:prstGeom>
          <a:solidFill>
            <a:srgbClr val="034E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52" name="Google Shape;52;p5"/>
          <p:cNvSpPr/>
          <p:nvPr/>
        </p:nvSpPr>
        <p:spPr>
          <a:xfrm>
            <a:off x="-426720" y="1914296"/>
            <a:ext cx="266700" cy="685815"/>
          </a:xfrm>
          <a:prstGeom prst="roundRect">
            <a:avLst>
              <a:gd fmla="val 8511" name="adj"/>
            </a:avLst>
          </a:prstGeom>
          <a:solidFill>
            <a:srgbClr val="19226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53" name="Google Shape;53;p5"/>
          <p:cNvSpPr/>
          <p:nvPr/>
        </p:nvSpPr>
        <p:spPr>
          <a:xfrm>
            <a:off x="-426720" y="2710163"/>
            <a:ext cx="266700" cy="685815"/>
          </a:xfrm>
          <a:prstGeom prst="roundRect">
            <a:avLst>
              <a:gd fmla="val 8511" name="adj"/>
            </a:avLst>
          </a:prstGeom>
          <a:solidFill>
            <a:srgbClr val="33B2C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54" name="Google Shape;54;p5"/>
          <p:cNvSpPr/>
          <p:nvPr/>
        </p:nvSpPr>
        <p:spPr>
          <a:xfrm>
            <a:off x="-426720" y="3506030"/>
            <a:ext cx="266700" cy="685815"/>
          </a:xfrm>
          <a:prstGeom prst="roundRect">
            <a:avLst>
              <a:gd fmla="val 8511" name="adj"/>
            </a:avLst>
          </a:prstGeom>
          <a:solidFill>
            <a:srgbClr val="50B84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55" name="Google Shape;55;p5"/>
          <p:cNvSpPr/>
          <p:nvPr/>
        </p:nvSpPr>
        <p:spPr>
          <a:xfrm>
            <a:off x="-426720" y="4301897"/>
            <a:ext cx="266700" cy="685815"/>
          </a:xfrm>
          <a:prstGeom prst="roundRect">
            <a:avLst>
              <a:gd fmla="val 8511" name="adj"/>
            </a:avLst>
          </a:prstGeom>
          <a:solidFill>
            <a:srgbClr val="F3712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56" name="Google Shape;56;p5"/>
          <p:cNvSpPr/>
          <p:nvPr/>
        </p:nvSpPr>
        <p:spPr>
          <a:xfrm>
            <a:off x="-426720" y="5097764"/>
            <a:ext cx="266700" cy="685815"/>
          </a:xfrm>
          <a:prstGeom prst="roundRect">
            <a:avLst>
              <a:gd fmla="val 8511" name="adj"/>
            </a:avLst>
          </a:prstGeom>
          <a:solidFill>
            <a:srgbClr val="E4E5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57" name="Google Shape;57;p5"/>
          <p:cNvSpPr txBox="1"/>
          <p:nvPr/>
        </p:nvSpPr>
        <p:spPr>
          <a:xfrm>
            <a:off x="525780" y="6415503"/>
            <a:ext cx="4114800" cy="2519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CDCC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© Copyright FPT Software – Level of Confidentiality </a:t>
            </a:r>
            <a:endParaRPr b="0" i="0" sz="1050" u="none" cap="none" strike="noStrike">
              <a:solidFill>
                <a:srgbClr val="CDCCCC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58" name="Google Shape;58;p5"/>
          <p:cNvSpPr/>
          <p:nvPr/>
        </p:nvSpPr>
        <p:spPr>
          <a:xfrm>
            <a:off x="-426720" y="5893631"/>
            <a:ext cx="266700" cy="685815"/>
          </a:xfrm>
          <a:prstGeom prst="roundRect">
            <a:avLst>
              <a:gd fmla="val 8511" name="adj"/>
            </a:avLst>
          </a:prstGeom>
          <a:solidFill>
            <a:srgbClr val="B5B5B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59" name="Google Shape;59;p5"/>
          <p:cNvSpPr txBox="1"/>
          <p:nvPr>
            <p:ph idx="12" type="sldNum"/>
          </p:nvPr>
        </p:nvSpPr>
        <p:spPr>
          <a:xfrm>
            <a:off x="11311875" y="6415503"/>
            <a:ext cx="596198" cy="2519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60" name="Google Shape;60;p5"/>
          <p:cNvCxnSpPr/>
          <p:nvPr/>
        </p:nvCxnSpPr>
        <p:spPr>
          <a:xfrm>
            <a:off x="635700" y="1118429"/>
            <a:ext cx="0" cy="397951"/>
          </a:xfrm>
          <a:prstGeom prst="straightConnector1">
            <a:avLst/>
          </a:prstGeom>
          <a:noFill/>
          <a:ln cap="flat" cmpd="sng" w="57150">
            <a:solidFill>
              <a:srgbClr val="012A7F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">
  <p:cSld name="Thank You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-37724"/>
            <a:ext cx="12192000" cy="6913258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6"/>
          <p:cNvSpPr/>
          <p:nvPr/>
        </p:nvSpPr>
        <p:spPr>
          <a:xfrm>
            <a:off x="-19373" y="-37724"/>
            <a:ext cx="12211374" cy="6913258"/>
          </a:xfrm>
          <a:prstGeom prst="rect">
            <a:avLst/>
          </a:prstGeom>
          <a:gradFill>
            <a:gsLst>
              <a:gs pos="0">
                <a:srgbClr val="262626">
                  <a:alpha val="59607"/>
                </a:srgbClr>
              </a:gs>
              <a:gs pos="66000">
                <a:srgbClr val="080808">
                  <a:alpha val="0"/>
                </a:srgbClr>
              </a:gs>
              <a:gs pos="100000">
                <a:srgbClr val="080808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Quattrocento Sans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64" name="Google Shape;64;p6"/>
          <p:cNvSpPr/>
          <p:nvPr/>
        </p:nvSpPr>
        <p:spPr>
          <a:xfrm>
            <a:off x="0" y="-23446"/>
            <a:ext cx="12192000" cy="6913258"/>
          </a:xfrm>
          <a:prstGeom prst="rect">
            <a:avLst/>
          </a:prstGeom>
          <a:gradFill>
            <a:gsLst>
              <a:gs pos="0">
                <a:srgbClr val="080808">
                  <a:alpha val="87450"/>
                </a:srgbClr>
              </a:gs>
              <a:gs pos="47000">
                <a:srgbClr val="080808">
                  <a:alpha val="0"/>
                </a:srgbClr>
              </a:gs>
              <a:gs pos="100000">
                <a:srgbClr val="080808">
                  <a:alpha val="0"/>
                </a:srgbClr>
              </a:gs>
            </a:gsLst>
            <a:lin ang="16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Quattrocento Sans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65" name="Google Shape;65;p6"/>
          <p:cNvSpPr txBox="1"/>
          <p:nvPr>
            <p:ph idx="1" type="body"/>
          </p:nvPr>
        </p:nvSpPr>
        <p:spPr>
          <a:xfrm>
            <a:off x="690059" y="3978761"/>
            <a:ext cx="4884737" cy="7003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  <a:defRPr b="1" i="0" sz="54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/>
        </p:txBody>
      </p:sp>
      <p:sp>
        <p:nvSpPr>
          <p:cNvPr id="66" name="Google Shape;66;p6"/>
          <p:cNvSpPr txBox="1"/>
          <p:nvPr>
            <p:ph idx="2" type="body"/>
          </p:nvPr>
        </p:nvSpPr>
        <p:spPr>
          <a:xfrm>
            <a:off x="690059" y="4899767"/>
            <a:ext cx="4884737" cy="16684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/>
        </p:txBody>
      </p:sp>
      <p:pic>
        <p:nvPicPr>
          <p:cNvPr id="67" name="Google Shape;67;p6"/>
          <p:cNvPicPr preferRelativeResize="0"/>
          <p:nvPr/>
        </p:nvPicPr>
        <p:blipFill rotWithShape="1">
          <a:blip r:embed="rId3">
            <a:alphaModFix/>
          </a:blip>
          <a:srcRect b="34007" l="32543" r="32543" t="34007"/>
          <a:stretch/>
        </p:blipFill>
        <p:spPr>
          <a:xfrm>
            <a:off x="618328" y="491728"/>
            <a:ext cx="1123976" cy="7298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">
  <p:cSld name="Section 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7"/>
          <p:cNvSpPr txBox="1"/>
          <p:nvPr>
            <p:ph type="title"/>
          </p:nvPr>
        </p:nvSpPr>
        <p:spPr>
          <a:xfrm>
            <a:off x="557340" y="3310362"/>
            <a:ext cx="10515600" cy="238078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Quattrocento Sans"/>
              <a:buNone/>
              <a:defRPr sz="66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7"/>
          <p:cNvSpPr txBox="1"/>
          <p:nvPr>
            <p:ph idx="1" type="body"/>
          </p:nvPr>
        </p:nvSpPr>
        <p:spPr>
          <a:xfrm>
            <a:off x="557340" y="5815970"/>
            <a:ext cx="10515600" cy="6474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1" i="1" sz="36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/>
        </p:txBody>
      </p:sp>
      <p:pic>
        <p:nvPicPr>
          <p:cNvPr id="71" name="Google Shape;71;p7"/>
          <p:cNvPicPr preferRelativeResize="0"/>
          <p:nvPr/>
        </p:nvPicPr>
        <p:blipFill rotWithShape="1">
          <a:blip r:embed="rId3">
            <a:alphaModFix/>
          </a:blip>
          <a:srcRect b="34007" l="32543" r="32543" t="34007"/>
          <a:stretch/>
        </p:blipFill>
        <p:spPr>
          <a:xfrm>
            <a:off x="618328" y="491728"/>
            <a:ext cx="1123976" cy="7298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ndard">
  <p:cSld name="Standard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Google Shape;73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3175"/>
            <a:ext cx="12192000" cy="95885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8"/>
          <p:cNvSpPr txBox="1"/>
          <p:nvPr>
            <p:ph type="title"/>
          </p:nvPr>
        </p:nvSpPr>
        <p:spPr>
          <a:xfrm>
            <a:off x="525780" y="190527"/>
            <a:ext cx="10515600" cy="7110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Quattrocento Sans"/>
              <a:buNone/>
              <a:defRPr sz="28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8"/>
          <p:cNvSpPr/>
          <p:nvPr/>
        </p:nvSpPr>
        <p:spPr>
          <a:xfrm>
            <a:off x="-426720" y="1118429"/>
            <a:ext cx="266700" cy="685815"/>
          </a:xfrm>
          <a:prstGeom prst="roundRect">
            <a:avLst>
              <a:gd fmla="val 8511" name="adj"/>
            </a:avLst>
          </a:prstGeom>
          <a:solidFill>
            <a:srgbClr val="034E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76" name="Google Shape;76;p8"/>
          <p:cNvSpPr/>
          <p:nvPr/>
        </p:nvSpPr>
        <p:spPr>
          <a:xfrm>
            <a:off x="-426720" y="1914296"/>
            <a:ext cx="266700" cy="685815"/>
          </a:xfrm>
          <a:prstGeom prst="roundRect">
            <a:avLst>
              <a:gd fmla="val 8511" name="adj"/>
            </a:avLst>
          </a:prstGeom>
          <a:solidFill>
            <a:srgbClr val="19226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77" name="Google Shape;77;p8"/>
          <p:cNvSpPr/>
          <p:nvPr/>
        </p:nvSpPr>
        <p:spPr>
          <a:xfrm>
            <a:off x="-426720" y="2710163"/>
            <a:ext cx="266700" cy="685815"/>
          </a:xfrm>
          <a:prstGeom prst="roundRect">
            <a:avLst>
              <a:gd fmla="val 8511" name="adj"/>
            </a:avLst>
          </a:prstGeom>
          <a:solidFill>
            <a:srgbClr val="33B2C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78" name="Google Shape;78;p8"/>
          <p:cNvSpPr/>
          <p:nvPr/>
        </p:nvSpPr>
        <p:spPr>
          <a:xfrm>
            <a:off x="-426720" y="3506030"/>
            <a:ext cx="266700" cy="685815"/>
          </a:xfrm>
          <a:prstGeom prst="roundRect">
            <a:avLst>
              <a:gd fmla="val 8511" name="adj"/>
            </a:avLst>
          </a:prstGeom>
          <a:solidFill>
            <a:srgbClr val="50B84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79" name="Google Shape;79;p8"/>
          <p:cNvSpPr/>
          <p:nvPr/>
        </p:nvSpPr>
        <p:spPr>
          <a:xfrm>
            <a:off x="-426720" y="4301897"/>
            <a:ext cx="266700" cy="685815"/>
          </a:xfrm>
          <a:prstGeom prst="roundRect">
            <a:avLst>
              <a:gd fmla="val 8511" name="adj"/>
            </a:avLst>
          </a:prstGeom>
          <a:solidFill>
            <a:srgbClr val="F3712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80" name="Google Shape;80;p8"/>
          <p:cNvSpPr/>
          <p:nvPr/>
        </p:nvSpPr>
        <p:spPr>
          <a:xfrm>
            <a:off x="-426720" y="5097764"/>
            <a:ext cx="266700" cy="685815"/>
          </a:xfrm>
          <a:prstGeom prst="roundRect">
            <a:avLst>
              <a:gd fmla="val 8511" name="adj"/>
            </a:avLst>
          </a:prstGeom>
          <a:solidFill>
            <a:srgbClr val="E4E5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81" name="Google Shape;81;p8"/>
          <p:cNvSpPr txBox="1"/>
          <p:nvPr/>
        </p:nvSpPr>
        <p:spPr>
          <a:xfrm>
            <a:off x="525780" y="6415503"/>
            <a:ext cx="4114800" cy="2519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CDCC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© Copyright FPT – Level of Confidentiality </a:t>
            </a:r>
            <a:endParaRPr sz="1050">
              <a:solidFill>
                <a:srgbClr val="CDCCCC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82" name="Google Shape;82;p8"/>
          <p:cNvSpPr/>
          <p:nvPr/>
        </p:nvSpPr>
        <p:spPr>
          <a:xfrm>
            <a:off x="-426720" y="5893631"/>
            <a:ext cx="266700" cy="685815"/>
          </a:xfrm>
          <a:prstGeom prst="roundRect">
            <a:avLst>
              <a:gd fmla="val 8511" name="adj"/>
            </a:avLst>
          </a:prstGeom>
          <a:solidFill>
            <a:srgbClr val="B5B5B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83" name="Google Shape;83;p8"/>
          <p:cNvSpPr txBox="1"/>
          <p:nvPr>
            <p:ph idx="12" type="sldNum"/>
          </p:nvPr>
        </p:nvSpPr>
        <p:spPr>
          <a:xfrm>
            <a:off x="10330249" y="6415503"/>
            <a:ext cx="1577824" cy="2519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1050" u="sng">
                <a:solidFill>
                  <a:schemeClr val="hlink"/>
                </a:solidFill>
                <a:latin typeface="Quattrocento Sans"/>
                <a:ea typeface="Quattrocento Sans"/>
                <a:cs typeface="Quattrocento Sans"/>
                <a:sym typeface="Quattrocento Sans"/>
                <a:hlinkClick/>
              </a:defRPr>
            </a:lvl1pPr>
            <a:lvl2pPr indent="0" lvl="1" marL="0" marR="0" rtl="0" algn="r">
              <a:spcBef>
                <a:spcPts val="0"/>
              </a:spcBef>
              <a:buNone/>
              <a:defRPr sz="1050" u="sng">
                <a:solidFill>
                  <a:schemeClr val="hlink"/>
                </a:solidFill>
                <a:latin typeface="Quattrocento Sans"/>
                <a:ea typeface="Quattrocento Sans"/>
                <a:cs typeface="Quattrocento Sans"/>
                <a:sym typeface="Quattrocento Sans"/>
                <a:hlinkClick/>
              </a:defRPr>
            </a:lvl2pPr>
            <a:lvl3pPr indent="0" lvl="2" marL="0" marR="0" rtl="0" algn="r">
              <a:spcBef>
                <a:spcPts val="0"/>
              </a:spcBef>
              <a:buNone/>
              <a:defRPr sz="1050" u="sng">
                <a:solidFill>
                  <a:schemeClr val="hlink"/>
                </a:solidFill>
                <a:latin typeface="Quattrocento Sans"/>
                <a:ea typeface="Quattrocento Sans"/>
                <a:cs typeface="Quattrocento Sans"/>
                <a:sym typeface="Quattrocento Sans"/>
                <a:hlinkClick/>
              </a:defRPr>
            </a:lvl3pPr>
            <a:lvl4pPr indent="0" lvl="3" marL="0" marR="0" rtl="0" algn="r">
              <a:spcBef>
                <a:spcPts val="0"/>
              </a:spcBef>
              <a:buNone/>
              <a:defRPr sz="1050" u="sng">
                <a:solidFill>
                  <a:schemeClr val="hlink"/>
                </a:solidFill>
                <a:latin typeface="Quattrocento Sans"/>
                <a:ea typeface="Quattrocento Sans"/>
                <a:cs typeface="Quattrocento Sans"/>
                <a:sym typeface="Quattrocento Sans"/>
                <a:hlinkClick/>
              </a:defRPr>
            </a:lvl4pPr>
            <a:lvl5pPr indent="0" lvl="4" marL="0" marR="0" rtl="0" algn="r">
              <a:spcBef>
                <a:spcPts val="0"/>
              </a:spcBef>
              <a:buNone/>
              <a:defRPr sz="1050" u="sng">
                <a:solidFill>
                  <a:schemeClr val="hlink"/>
                </a:solidFill>
                <a:latin typeface="Quattrocento Sans"/>
                <a:ea typeface="Quattrocento Sans"/>
                <a:cs typeface="Quattrocento Sans"/>
                <a:sym typeface="Quattrocento Sans"/>
                <a:hlinkClick/>
              </a:defRPr>
            </a:lvl5pPr>
            <a:lvl6pPr indent="0" lvl="5" marL="0" marR="0" rtl="0" algn="r">
              <a:spcBef>
                <a:spcPts val="0"/>
              </a:spcBef>
              <a:buNone/>
              <a:defRPr sz="1050" u="sng">
                <a:solidFill>
                  <a:schemeClr val="hlink"/>
                </a:solidFill>
                <a:latin typeface="Quattrocento Sans"/>
                <a:ea typeface="Quattrocento Sans"/>
                <a:cs typeface="Quattrocento Sans"/>
                <a:sym typeface="Quattrocento Sans"/>
                <a:hlinkClick/>
              </a:defRPr>
            </a:lvl6pPr>
            <a:lvl7pPr indent="0" lvl="6" marL="0" marR="0" rtl="0" algn="r">
              <a:spcBef>
                <a:spcPts val="0"/>
              </a:spcBef>
              <a:buNone/>
              <a:defRPr sz="1050" u="sng">
                <a:solidFill>
                  <a:schemeClr val="hlink"/>
                </a:solidFill>
                <a:latin typeface="Quattrocento Sans"/>
                <a:ea typeface="Quattrocento Sans"/>
                <a:cs typeface="Quattrocento Sans"/>
                <a:sym typeface="Quattrocento Sans"/>
                <a:hlinkClick/>
              </a:defRPr>
            </a:lvl7pPr>
            <a:lvl8pPr indent="0" lvl="7" marL="0" marR="0" rtl="0" algn="r">
              <a:spcBef>
                <a:spcPts val="0"/>
              </a:spcBef>
              <a:buNone/>
              <a:defRPr sz="1050" u="sng">
                <a:solidFill>
                  <a:schemeClr val="hlink"/>
                </a:solidFill>
                <a:latin typeface="Quattrocento Sans"/>
                <a:ea typeface="Quattrocento Sans"/>
                <a:cs typeface="Quattrocento Sans"/>
                <a:sym typeface="Quattrocento Sans"/>
                <a:hlinkClick/>
              </a:defRPr>
            </a:lvl8pPr>
            <a:lvl9pPr indent="0" lvl="8" marL="0" marR="0" rtl="0" algn="r">
              <a:spcBef>
                <a:spcPts val="0"/>
              </a:spcBef>
              <a:buNone/>
              <a:defRPr sz="1050" u="sng">
                <a:solidFill>
                  <a:schemeClr val="hlink"/>
                </a:solidFill>
                <a:latin typeface="Quattrocento Sans"/>
                <a:ea typeface="Quattrocento Sans"/>
                <a:cs typeface="Quattrocento Sans"/>
                <a:sym typeface="Quattrocento Sans"/>
                <a:hlinkClick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fptsoftware.com </a:t>
            </a:r>
            <a:r>
              <a:rPr lang="en-US" u="none">
                <a:solidFill>
                  <a:srgbClr val="CDCCCC"/>
                </a:solidFill>
              </a:rPr>
              <a:t>| </a:t>
            </a:r>
            <a:fld id="{00000000-1234-1234-1234-123412341234}" type="slidenum">
              <a:rPr lang="en-US" u="none">
                <a:solidFill>
                  <a:srgbClr val="CDCCCC"/>
                </a:solidFill>
              </a:rPr>
              <a:t>‹#›</a:t>
            </a:fld>
            <a:endParaRPr u="none">
              <a:solidFill>
                <a:srgbClr val="CDCCCC"/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ull Text">
  <p:cSld name="Full Text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3175"/>
            <a:ext cx="12192000" cy="95885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9"/>
          <p:cNvSpPr txBox="1"/>
          <p:nvPr>
            <p:ph type="title"/>
          </p:nvPr>
        </p:nvSpPr>
        <p:spPr>
          <a:xfrm>
            <a:off x="525780" y="190527"/>
            <a:ext cx="10515600" cy="7110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Quattrocento Sans"/>
              <a:buNone/>
              <a:defRPr sz="28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9"/>
          <p:cNvSpPr/>
          <p:nvPr/>
        </p:nvSpPr>
        <p:spPr>
          <a:xfrm>
            <a:off x="-426720" y="1118429"/>
            <a:ext cx="266700" cy="685815"/>
          </a:xfrm>
          <a:prstGeom prst="roundRect">
            <a:avLst>
              <a:gd fmla="val 8511" name="adj"/>
            </a:avLst>
          </a:prstGeom>
          <a:solidFill>
            <a:srgbClr val="034E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88" name="Google Shape;88;p9"/>
          <p:cNvSpPr/>
          <p:nvPr/>
        </p:nvSpPr>
        <p:spPr>
          <a:xfrm>
            <a:off x="-426720" y="1914296"/>
            <a:ext cx="266700" cy="685815"/>
          </a:xfrm>
          <a:prstGeom prst="roundRect">
            <a:avLst>
              <a:gd fmla="val 8511" name="adj"/>
            </a:avLst>
          </a:prstGeom>
          <a:solidFill>
            <a:srgbClr val="19226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89" name="Google Shape;89;p9"/>
          <p:cNvSpPr/>
          <p:nvPr/>
        </p:nvSpPr>
        <p:spPr>
          <a:xfrm>
            <a:off x="-426720" y="2710163"/>
            <a:ext cx="266700" cy="685815"/>
          </a:xfrm>
          <a:prstGeom prst="roundRect">
            <a:avLst>
              <a:gd fmla="val 8511" name="adj"/>
            </a:avLst>
          </a:prstGeom>
          <a:solidFill>
            <a:srgbClr val="33B2C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90" name="Google Shape;90;p9"/>
          <p:cNvSpPr/>
          <p:nvPr/>
        </p:nvSpPr>
        <p:spPr>
          <a:xfrm>
            <a:off x="-426720" y="3506030"/>
            <a:ext cx="266700" cy="685815"/>
          </a:xfrm>
          <a:prstGeom prst="roundRect">
            <a:avLst>
              <a:gd fmla="val 8511" name="adj"/>
            </a:avLst>
          </a:prstGeom>
          <a:solidFill>
            <a:srgbClr val="50B84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91" name="Google Shape;91;p9"/>
          <p:cNvSpPr/>
          <p:nvPr/>
        </p:nvSpPr>
        <p:spPr>
          <a:xfrm>
            <a:off x="-426720" y="4301897"/>
            <a:ext cx="266700" cy="685815"/>
          </a:xfrm>
          <a:prstGeom prst="roundRect">
            <a:avLst>
              <a:gd fmla="val 8511" name="adj"/>
            </a:avLst>
          </a:prstGeom>
          <a:solidFill>
            <a:srgbClr val="F3712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92" name="Google Shape;92;p9"/>
          <p:cNvSpPr/>
          <p:nvPr/>
        </p:nvSpPr>
        <p:spPr>
          <a:xfrm>
            <a:off x="-426720" y="5097764"/>
            <a:ext cx="266700" cy="685815"/>
          </a:xfrm>
          <a:prstGeom prst="roundRect">
            <a:avLst>
              <a:gd fmla="val 8511" name="adj"/>
            </a:avLst>
          </a:prstGeom>
          <a:solidFill>
            <a:srgbClr val="E4E5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93" name="Google Shape;93;p9"/>
          <p:cNvSpPr txBox="1"/>
          <p:nvPr/>
        </p:nvSpPr>
        <p:spPr>
          <a:xfrm>
            <a:off x="525780" y="6415503"/>
            <a:ext cx="4114800" cy="2519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CDCC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© Copyright FPT – Level of Confidentiality </a:t>
            </a:r>
            <a:endParaRPr sz="1050">
              <a:solidFill>
                <a:srgbClr val="CDCCCC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94" name="Google Shape;94;p9"/>
          <p:cNvSpPr/>
          <p:nvPr/>
        </p:nvSpPr>
        <p:spPr>
          <a:xfrm>
            <a:off x="-426720" y="5893631"/>
            <a:ext cx="266700" cy="685815"/>
          </a:xfrm>
          <a:prstGeom prst="roundRect">
            <a:avLst>
              <a:gd fmla="val 8511" name="adj"/>
            </a:avLst>
          </a:prstGeom>
          <a:solidFill>
            <a:srgbClr val="B5B5B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95" name="Google Shape;95;p9"/>
          <p:cNvSpPr txBox="1"/>
          <p:nvPr>
            <p:ph idx="1" type="body"/>
          </p:nvPr>
        </p:nvSpPr>
        <p:spPr>
          <a:xfrm>
            <a:off x="525463" y="1296989"/>
            <a:ext cx="11155675" cy="5072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3200"/>
              <a:buFont typeface="Arial"/>
              <a:buNone/>
              <a:defRPr b="1" i="0" sz="3200" u="none" cap="none" strike="noStrike">
                <a:solidFill>
                  <a:schemeClr val="accent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/>
        </p:txBody>
      </p:sp>
      <p:sp>
        <p:nvSpPr>
          <p:cNvPr id="96" name="Google Shape;96;p9"/>
          <p:cNvSpPr txBox="1"/>
          <p:nvPr>
            <p:ph idx="2" type="body"/>
          </p:nvPr>
        </p:nvSpPr>
        <p:spPr>
          <a:xfrm>
            <a:off x="525463" y="2092854"/>
            <a:ext cx="11155675" cy="40764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/>
        </p:txBody>
      </p:sp>
      <p:sp>
        <p:nvSpPr>
          <p:cNvPr id="97" name="Google Shape;97;p9"/>
          <p:cNvSpPr txBox="1"/>
          <p:nvPr>
            <p:ph idx="12" type="sldNum"/>
          </p:nvPr>
        </p:nvSpPr>
        <p:spPr>
          <a:xfrm>
            <a:off x="10330249" y="6415503"/>
            <a:ext cx="1577824" cy="2519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1050" u="sng">
                <a:solidFill>
                  <a:schemeClr val="hlink"/>
                </a:solidFill>
                <a:latin typeface="Quattrocento Sans"/>
                <a:ea typeface="Quattrocento Sans"/>
                <a:cs typeface="Quattrocento Sans"/>
                <a:sym typeface="Quattrocento Sans"/>
                <a:hlinkClick/>
              </a:defRPr>
            </a:lvl1pPr>
            <a:lvl2pPr indent="0" lvl="1" marL="0" marR="0" rtl="0" algn="r">
              <a:spcBef>
                <a:spcPts val="0"/>
              </a:spcBef>
              <a:buNone/>
              <a:defRPr sz="1050" u="sng">
                <a:solidFill>
                  <a:schemeClr val="hlink"/>
                </a:solidFill>
                <a:latin typeface="Quattrocento Sans"/>
                <a:ea typeface="Quattrocento Sans"/>
                <a:cs typeface="Quattrocento Sans"/>
                <a:sym typeface="Quattrocento Sans"/>
                <a:hlinkClick/>
              </a:defRPr>
            </a:lvl2pPr>
            <a:lvl3pPr indent="0" lvl="2" marL="0" marR="0" rtl="0" algn="r">
              <a:spcBef>
                <a:spcPts val="0"/>
              </a:spcBef>
              <a:buNone/>
              <a:defRPr sz="1050" u="sng">
                <a:solidFill>
                  <a:schemeClr val="hlink"/>
                </a:solidFill>
                <a:latin typeface="Quattrocento Sans"/>
                <a:ea typeface="Quattrocento Sans"/>
                <a:cs typeface="Quattrocento Sans"/>
                <a:sym typeface="Quattrocento Sans"/>
                <a:hlinkClick/>
              </a:defRPr>
            </a:lvl3pPr>
            <a:lvl4pPr indent="0" lvl="3" marL="0" marR="0" rtl="0" algn="r">
              <a:spcBef>
                <a:spcPts val="0"/>
              </a:spcBef>
              <a:buNone/>
              <a:defRPr sz="1050" u="sng">
                <a:solidFill>
                  <a:schemeClr val="hlink"/>
                </a:solidFill>
                <a:latin typeface="Quattrocento Sans"/>
                <a:ea typeface="Quattrocento Sans"/>
                <a:cs typeface="Quattrocento Sans"/>
                <a:sym typeface="Quattrocento Sans"/>
                <a:hlinkClick/>
              </a:defRPr>
            </a:lvl4pPr>
            <a:lvl5pPr indent="0" lvl="4" marL="0" marR="0" rtl="0" algn="r">
              <a:spcBef>
                <a:spcPts val="0"/>
              </a:spcBef>
              <a:buNone/>
              <a:defRPr sz="1050" u="sng">
                <a:solidFill>
                  <a:schemeClr val="hlink"/>
                </a:solidFill>
                <a:latin typeface="Quattrocento Sans"/>
                <a:ea typeface="Quattrocento Sans"/>
                <a:cs typeface="Quattrocento Sans"/>
                <a:sym typeface="Quattrocento Sans"/>
                <a:hlinkClick/>
              </a:defRPr>
            </a:lvl5pPr>
            <a:lvl6pPr indent="0" lvl="5" marL="0" marR="0" rtl="0" algn="r">
              <a:spcBef>
                <a:spcPts val="0"/>
              </a:spcBef>
              <a:buNone/>
              <a:defRPr sz="1050" u="sng">
                <a:solidFill>
                  <a:schemeClr val="hlink"/>
                </a:solidFill>
                <a:latin typeface="Quattrocento Sans"/>
                <a:ea typeface="Quattrocento Sans"/>
                <a:cs typeface="Quattrocento Sans"/>
                <a:sym typeface="Quattrocento Sans"/>
                <a:hlinkClick/>
              </a:defRPr>
            </a:lvl6pPr>
            <a:lvl7pPr indent="0" lvl="6" marL="0" marR="0" rtl="0" algn="r">
              <a:spcBef>
                <a:spcPts val="0"/>
              </a:spcBef>
              <a:buNone/>
              <a:defRPr sz="1050" u="sng">
                <a:solidFill>
                  <a:schemeClr val="hlink"/>
                </a:solidFill>
                <a:latin typeface="Quattrocento Sans"/>
                <a:ea typeface="Quattrocento Sans"/>
                <a:cs typeface="Quattrocento Sans"/>
                <a:sym typeface="Quattrocento Sans"/>
                <a:hlinkClick/>
              </a:defRPr>
            </a:lvl7pPr>
            <a:lvl8pPr indent="0" lvl="7" marL="0" marR="0" rtl="0" algn="r">
              <a:spcBef>
                <a:spcPts val="0"/>
              </a:spcBef>
              <a:buNone/>
              <a:defRPr sz="1050" u="sng">
                <a:solidFill>
                  <a:schemeClr val="hlink"/>
                </a:solidFill>
                <a:latin typeface="Quattrocento Sans"/>
                <a:ea typeface="Quattrocento Sans"/>
                <a:cs typeface="Quattrocento Sans"/>
                <a:sym typeface="Quattrocento Sans"/>
                <a:hlinkClick/>
              </a:defRPr>
            </a:lvl8pPr>
            <a:lvl9pPr indent="0" lvl="8" marL="0" marR="0" rtl="0" algn="r">
              <a:spcBef>
                <a:spcPts val="0"/>
              </a:spcBef>
              <a:buNone/>
              <a:defRPr sz="1050" u="sng">
                <a:solidFill>
                  <a:schemeClr val="hlink"/>
                </a:solidFill>
                <a:latin typeface="Quattrocento Sans"/>
                <a:ea typeface="Quattrocento Sans"/>
                <a:cs typeface="Quattrocento Sans"/>
                <a:sym typeface="Quattrocento Sans"/>
                <a:hlinkClick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fptsoftware.com </a:t>
            </a:r>
            <a:r>
              <a:rPr lang="en-US" u="none">
                <a:solidFill>
                  <a:srgbClr val="CDCCCC"/>
                </a:solidFill>
              </a:rPr>
              <a:t>| </a:t>
            </a:r>
            <a:fld id="{00000000-1234-1234-1234-123412341234}" type="slidenum">
              <a:rPr lang="en-US" u="none">
                <a:solidFill>
                  <a:srgbClr val="CDCCCC"/>
                </a:solidFill>
              </a:rPr>
              <a:t>‹#›</a:t>
            </a:fld>
            <a:endParaRPr u="none">
              <a:solidFill>
                <a:srgbClr val="CDCCCC"/>
              </a:solidFill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List">
  <p:cSld name="Picture with List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3175"/>
            <a:ext cx="12192000" cy="95885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0"/>
          <p:cNvSpPr txBox="1"/>
          <p:nvPr>
            <p:ph type="title"/>
          </p:nvPr>
        </p:nvSpPr>
        <p:spPr>
          <a:xfrm>
            <a:off x="525780" y="190527"/>
            <a:ext cx="10515600" cy="7110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Quattrocento Sans"/>
              <a:buNone/>
              <a:defRPr sz="28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10"/>
          <p:cNvSpPr/>
          <p:nvPr/>
        </p:nvSpPr>
        <p:spPr>
          <a:xfrm>
            <a:off x="-426720" y="1118429"/>
            <a:ext cx="266700" cy="685815"/>
          </a:xfrm>
          <a:prstGeom prst="roundRect">
            <a:avLst>
              <a:gd fmla="val 8511" name="adj"/>
            </a:avLst>
          </a:prstGeom>
          <a:solidFill>
            <a:srgbClr val="034E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02" name="Google Shape;102;p10"/>
          <p:cNvSpPr/>
          <p:nvPr/>
        </p:nvSpPr>
        <p:spPr>
          <a:xfrm>
            <a:off x="-426720" y="1914296"/>
            <a:ext cx="266700" cy="685815"/>
          </a:xfrm>
          <a:prstGeom prst="roundRect">
            <a:avLst>
              <a:gd fmla="val 8511" name="adj"/>
            </a:avLst>
          </a:prstGeom>
          <a:solidFill>
            <a:srgbClr val="19226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03" name="Google Shape;103;p10"/>
          <p:cNvSpPr/>
          <p:nvPr/>
        </p:nvSpPr>
        <p:spPr>
          <a:xfrm>
            <a:off x="-426720" y="2710163"/>
            <a:ext cx="266700" cy="685815"/>
          </a:xfrm>
          <a:prstGeom prst="roundRect">
            <a:avLst>
              <a:gd fmla="val 8511" name="adj"/>
            </a:avLst>
          </a:prstGeom>
          <a:solidFill>
            <a:srgbClr val="33B2C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04" name="Google Shape;104;p10"/>
          <p:cNvSpPr/>
          <p:nvPr/>
        </p:nvSpPr>
        <p:spPr>
          <a:xfrm>
            <a:off x="-426720" y="3506030"/>
            <a:ext cx="266700" cy="685815"/>
          </a:xfrm>
          <a:prstGeom prst="roundRect">
            <a:avLst>
              <a:gd fmla="val 8511" name="adj"/>
            </a:avLst>
          </a:prstGeom>
          <a:solidFill>
            <a:srgbClr val="50B84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05" name="Google Shape;105;p10"/>
          <p:cNvSpPr/>
          <p:nvPr/>
        </p:nvSpPr>
        <p:spPr>
          <a:xfrm>
            <a:off x="-426720" y="4301897"/>
            <a:ext cx="266700" cy="685815"/>
          </a:xfrm>
          <a:prstGeom prst="roundRect">
            <a:avLst>
              <a:gd fmla="val 8511" name="adj"/>
            </a:avLst>
          </a:prstGeom>
          <a:solidFill>
            <a:srgbClr val="F3712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06" name="Google Shape;106;p10"/>
          <p:cNvSpPr/>
          <p:nvPr/>
        </p:nvSpPr>
        <p:spPr>
          <a:xfrm>
            <a:off x="-426720" y="5097764"/>
            <a:ext cx="266700" cy="685815"/>
          </a:xfrm>
          <a:prstGeom prst="roundRect">
            <a:avLst>
              <a:gd fmla="val 8511" name="adj"/>
            </a:avLst>
          </a:prstGeom>
          <a:solidFill>
            <a:srgbClr val="E4E5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07" name="Google Shape;107;p10"/>
          <p:cNvSpPr/>
          <p:nvPr/>
        </p:nvSpPr>
        <p:spPr>
          <a:xfrm>
            <a:off x="-426720" y="5893631"/>
            <a:ext cx="266700" cy="685815"/>
          </a:xfrm>
          <a:prstGeom prst="roundRect">
            <a:avLst>
              <a:gd fmla="val 8511" name="adj"/>
            </a:avLst>
          </a:prstGeom>
          <a:solidFill>
            <a:srgbClr val="B5B5B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08" name="Google Shape;108;p10"/>
          <p:cNvSpPr/>
          <p:nvPr>
            <p:ph idx="2" type="pic"/>
          </p:nvPr>
        </p:nvSpPr>
        <p:spPr>
          <a:xfrm>
            <a:off x="0" y="965200"/>
            <a:ext cx="6438900" cy="58928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09" name="Google Shape;109;p10"/>
          <p:cNvSpPr txBox="1"/>
          <p:nvPr/>
        </p:nvSpPr>
        <p:spPr>
          <a:xfrm>
            <a:off x="7077824" y="6415503"/>
            <a:ext cx="4114800" cy="2519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CDCC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© Copyright FPT – Level of Confidentiality </a:t>
            </a:r>
            <a:endParaRPr sz="1050">
              <a:solidFill>
                <a:srgbClr val="CDCCCC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10" name="Google Shape;110;p10"/>
          <p:cNvSpPr txBox="1"/>
          <p:nvPr>
            <p:ph idx="1" type="body"/>
          </p:nvPr>
        </p:nvSpPr>
        <p:spPr>
          <a:xfrm>
            <a:off x="7155098" y="1361132"/>
            <a:ext cx="4752975" cy="9652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/>
        </p:txBody>
      </p:sp>
      <p:sp>
        <p:nvSpPr>
          <p:cNvPr id="111" name="Google Shape;111;p10"/>
          <p:cNvSpPr txBox="1"/>
          <p:nvPr>
            <p:ph idx="3" type="body"/>
          </p:nvPr>
        </p:nvSpPr>
        <p:spPr>
          <a:xfrm>
            <a:off x="6122390" y="1397321"/>
            <a:ext cx="663184" cy="663184"/>
          </a:xfrm>
          <a:prstGeom prst="rect">
            <a:avLst/>
          </a:prstGeom>
          <a:solidFill>
            <a:schemeClr val="accent1"/>
          </a:solidFill>
          <a:ln cap="flat" cmpd="sng" w="508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b="1" i="0" sz="28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/>
        </p:txBody>
      </p:sp>
      <p:sp>
        <p:nvSpPr>
          <p:cNvPr id="112" name="Google Shape;112;p10"/>
          <p:cNvSpPr txBox="1"/>
          <p:nvPr>
            <p:ph idx="4" type="body"/>
          </p:nvPr>
        </p:nvSpPr>
        <p:spPr>
          <a:xfrm>
            <a:off x="6096000" y="5216794"/>
            <a:ext cx="715963" cy="750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b="1" i="0" sz="28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/>
        </p:txBody>
      </p:sp>
      <p:sp>
        <p:nvSpPr>
          <p:cNvPr id="113" name="Google Shape;113;p10"/>
          <p:cNvSpPr txBox="1"/>
          <p:nvPr>
            <p:ph idx="5" type="body"/>
          </p:nvPr>
        </p:nvSpPr>
        <p:spPr>
          <a:xfrm>
            <a:off x="7155098" y="2643085"/>
            <a:ext cx="4752975" cy="9652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/>
        </p:txBody>
      </p:sp>
      <p:sp>
        <p:nvSpPr>
          <p:cNvPr id="114" name="Google Shape;114;p10"/>
          <p:cNvSpPr txBox="1"/>
          <p:nvPr>
            <p:ph idx="6" type="body"/>
          </p:nvPr>
        </p:nvSpPr>
        <p:spPr>
          <a:xfrm>
            <a:off x="7155098" y="3925038"/>
            <a:ext cx="4752975" cy="9652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/>
        </p:txBody>
      </p:sp>
      <p:sp>
        <p:nvSpPr>
          <p:cNvPr id="115" name="Google Shape;115;p10"/>
          <p:cNvSpPr txBox="1"/>
          <p:nvPr>
            <p:ph idx="7" type="body"/>
          </p:nvPr>
        </p:nvSpPr>
        <p:spPr>
          <a:xfrm>
            <a:off x="7155098" y="5206990"/>
            <a:ext cx="4752975" cy="9652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/>
        </p:txBody>
      </p:sp>
      <p:sp>
        <p:nvSpPr>
          <p:cNvPr id="116" name="Google Shape;116;p10"/>
          <p:cNvSpPr txBox="1"/>
          <p:nvPr>
            <p:ph idx="8" type="body"/>
          </p:nvPr>
        </p:nvSpPr>
        <p:spPr>
          <a:xfrm>
            <a:off x="6122390" y="2698087"/>
            <a:ext cx="663184" cy="663184"/>
          </a:xfrm>
          <a:prstGeom prst="rect">
            <a:avLst/>
          </a:prstGeom>
          <a:solidFill>
            <a:schemeClr val="accent1"/>
          </a:solidFill>
          <a:ln cap="flat" cmpd="sng" w="508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b="1" i="0" sz="28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/>
        </p:txBody>
      </p:sp>
      <p:sp>
        <p:nvSpPr>
          <p:cNvPr id="117" name="Google Shape;117;p10"/>
          <p:cNvSpPr txBox="1"/>
          <p:nvPr>
            <p:ph idx="9" type="body"/>
          </p:nvPr>
        </p:nvSpPr>
        <p:spPr>
          <a:xfrm>
            <a:off x="6122390" y="3960217"/>
            <a:ext cx="663184" cy="663184"/>
          </a:xfrm>
          <a:prstGeom prst="rect">
            <a:avLst/>
          </a:prstGeom>
          <a:solidFill>
            <a:schemeClr val="accent1"/>
          </a:solidFill>
          <a:ln cap="flat" cmpd="sng" w="508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b="1" i="0" sz="28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/>
        </p:txBody>
      </p:sp>
      <p:sp>
        <p:nvSpPr>
          <p:cNvPr id="118" name="Google Shape;118;p10"/>
          <p:cNvSpPr txBox="1"/>
          <p:nvPr>
            <p:ph idx="13" type="body"/>
          </p:nvPr>
        </p:nvSpPr>
        <p:spPr>
          <a:xfrm>
            <a:off x="6122390" y="5248105"/>
            <a:ext cx="663184" cy="663184"/>
          </a:xfrm>
          <a:prstGeom prst="rect">
            <a:avLst/>
          </a:prstGeom>
          <a:solidFill>
            <a:schemeClr val="accent1"/>
          </a:solidFill>
          <a:ln cap="flat" cmpd="sng" w="508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b="1" i="0" sz="28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/>
        </p:txBody>
      </p:sp>
      <p:sp>
        <p:nvSpPr>
          <p:cNvPr id="119" name="Google Shape;119;p10"/>
          <p:cNvSpPr txBox="1"/>
          <p:nvPr>
            <p:ph idx="12" type="sldNum"/>
          </p:nvPr>
        </p:nvSpPr>
        <p:spPr>
          <a:xfrm>
            <a:off x="10330249" y="6415503"/>
            <a:ext cx="1577824" cy="2519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1050" u="sng">
                <a:solidFill>
                  <a:schemeClr val="hlink"/>
                </a:solidFill>
                <a:latin typeface="Quattrocento Sans"/>
                <a:ea typeface="Quattrocento Sans"/>
                <a:cs typeface="Quattrocento Sans"/>
                <a:sym typeface="Quattrocento Sans"/>
                <a:hlinkClick/>
              </a:defRPr>
            </a:lvl1pPr>
            <a:lvl2pPr indent="0" lvl="1" marL="0" marR="0" rtl="0" algn="r">
              <a:spcBef>
                <a:spcPts val="0"/>
              </a:spcBef>
              <a:buNone/>
              <a:defRPr sz="1050" u="sng">
                <a:solidFill>
                  <a:schemeClr val="hlink"/>
                </a:solidFill>
                <a:latin typeface="Quattrocento Sans"/>
                <a:ea typeface="Quattrocento Sans"/>
                <a:cs typeface="Quattrocento Sans"/>
                <a:sym typeface="Quattrocento Sans"/>
                <a:hlinkClick/>
              </a:defRPr>
            </a:lvl2pPr>
            <a:lvl3pPr indent="0" lvl="2" marL="0" marR="0" rtl="0" algn="r">
              <a:spcBef>
                <a:spcPts val="0"/>
              </a:spcBef>
              <a:buNone/>
              <a:defRPr sz="1050" u="sng">
                <a:solidFill>
                  <a:schemeClr val="hlink"/>
                </a:solidFill>
                <a:latin typeface="Quattrocento Sans"/>
                <a:ea typeface="Quattrocento Sans"/>
                <a:cs typeface="Quattrocento Sans"/>
                <a:sym typeface="Quattrocento Sans"/>
                <a:hlinkClick/>
              </a:defRPr>
            </a:lvl3pPr>
            <a:lvl4pPr indent="0" lvl="3" marL="0" marR="0" rtl="0" algn="r">
              <a:spcBef>
                <a:spcPts val="0"/>
              </a:spcBef>
              <a:buNone/>
              <a:defRPr sz="1050" u="sng">
                <a:solidFill>
                  <a:schemeClr val="hlink"/>
                </a:solidFill>
                <a:latin typeface="Quattrocento Sans"/>
                <a:ea typeface="Quattrocento Sans"/>
                <a:cs typeface="Quattrocento Sans"/>
                <a:sym typeface="Quattrocento Sans"/>
                <a:hlinkClick/>
              </a:defRPr>
            </a:lvl4pPr>
            <a:lvl5pPr indent="0" lvl="4" marL="0" marR="0" rtl="0" algn="r">
              <a:spcBef>
                <a:spcPts val="0"/>
              </a:spcBef>
              <a:buNone/>
              <a:defRPr sz="1050" u="sng">
                <a:solidFill>
                  <a:schemeClr val="hlink"/>
                </a:solidFill>
                <a:latin typeface="Quattrocento Sans"/>
                <a:ea typeface="Quattrocento Sans"/>
                <a:cs typeface="Quattrocento Sans"/>
                <a:sym typeface="Quattrocento Sans"/>
                <a:hlinkClick/>
              </a:defRPr>
            </a:lvl5pPr>
            <a:lvl6pPr indent="0" lvl="5" marL="0" marR="0" rtl="0" algn="r">
              <a:spcBef>
                <a:spcPts val="0"/>
              </a:spcBef>
              <a:buNone/>
              <a:defRPr sz="1050" u="sng">
                <a:solidFill>
                  <a:schemeClr val="hlink"/>
                </a:solidFill>
                <a:latin typeface="Quattrocento Sans"/>
                <a:ea typeface="Quattrocento Sans"/>
                <a:cs typeface="Quattrocento Sans"/>
                <a:sym typeface="Quattrocento Sans"/>
                <a:hlinkClick/>
              </a:defRPr>
            </a:lvl6pPr>
            <a:lvl7pPr indent="0" lvl="6" marL="0" marR="0" rtl="0" algn="r">
              <a:spcBef>
                <a:spcPts val="0"/>
              </a:spcBef>
              <a:buNone/>
              <a:defRPr sz="1050" u="sng">
                <a:solidFill>
                  <a:schemeClr val="hlink"/>
                </a:solidFill>
                <a:latin typeface="Quattrocento Sans"/>
                <a:ea typeface="Quattrocento Sans"/>
                <a:cs typeface="Quattrocento Sans"/>
                <a:sym typeface="Quattrocento Sans"/>
                <a:hlinkClick/>
              </a:defRPr>
            </a:lvl7pPr>
            <a:lvl8pPr indent="0" lvl="7" marL="0" marR="0" rtl="0" algn="r">
              <a:spcBef>
                <a:spcPts val="0"/>
              </a:spcBef>
              <a:buNone/>
              <a:defRPr sz="1050" u="sng">
                <a:solidFill>
                  <a:schemeClr val="hlink"/>
                </a:solidFill>
                <a:latin typeface="Quattrocento Sans"/>
                <a:ea typeface="Quattrocento Sans"/>
                <a:cs typeface="Quattrocento Sans"/>
                <a:sym typeface="Quattrocento Sans"/>
                <a:hlinkClick/>
              </a:defRPr>
            </a:lvl8pPr>
            <a:lvl9pPr indent="0" lvl="8" marL="0" marR="0" rtl="0" algn="r">
              <a:spcBef>
                <a:spcPts val="0"/>
              </a:spcBef>
              <a:buNone/>
              <a:defRPr sz="1050" u="sng">
                <a:solidFill>
                  <a:schemeClr val="hlink"/>
                </a:solidFill>
                <a:latin typeface="Quattrocento Sans"/>
                <a:ea typeface="Quattrocento Sans"/>
                <a:cs typeface="Quattrocento Sans"/>
                <a:sym typeface="Quattrocento Sans"/>
                <a:hlinkClick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fptsoftware.com </a:t>
            </a:r>
            <a:r>
              <a:rPr lang="en-US" u="none">
                <a:solidFill>
                  <a:srgbClr val="CDCCCC"/>
                </a:solidFill>
              </a:rPr>
              <a:t>| </a:t>
            </a:r>
            <a:fld id="{00000000-1234-1234-1234-123412341234}" type="slidenum">
              <a:rPr lang="en-US" u="none">
                <a:solidFill>
                  <a:srgbClr val="CDCCCC"/>
                </a:solidFill>
              </a:rPr>
              <a:t>‹#›</a:t>
            </a:fld>
            <a:endParaRPr u="none">
              <a:solidFill>
                <a:srgbClr val="CDCCCC"/>
              </a:solidFill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Text Boxes">
  <p:cSld name="3 Text Boxes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3175"/>
            <a:ext cx="12192000" cy="95885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1"/>
          <p:cNvSpPr txBox="1"/>
          <p:nvPr>
            <p:ph type="title"/>
          </p:nvPr>
        </p:nvSpPr>
        <p:spPr>
          <a:xfrm>
            <a:off x="525780" y="190527"/>
            <a:ext cx="10515600" cy="7110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Quattrocento Sans"/>
              <a:buNone/>
              <a:defRPr sz="28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11"/>
          <p:cNvSpPr/>
          <p:nvPr/>
        </p:nvSpPr>
        <p:spPr>
          <a:xfrm>
            <a:off x="525463" y="1970138"/>
            <a:ext cx="3369643" cy="4279469"/>
          </a:xfrm>
          <a:prstGeom prst="roundRect">
            <a:avLst>
              <a:gd fmla="val 3313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24" name="Google Shape;124;p11"/>
          <p:cNvSpPr/>
          <p:nvPr/>
        </p:nvSpPr>
        <p:spPr>
          <a:xfrm>
            <a:off x="-426720" y="1118429"/>
            <a:ext cx="266700" cy="685815"/>
          </a:xfrm>
          <a:prstGeom prst="roundRect">
            <a:avLst>
              <a:gd fmla="val 8511" name="adj"/>
            </a:avLst>
          </a:prstGeom>
          <a:solidFill>
            <a:srgbClr val="034E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25" name="Google Shape;125;p11"/>
          <p:cNvSpPr/>
          <p:nvPr/>
        </p:nvSpPr>
        <p:spPr>
          <a:xfrm>
            <a:off x="-426720" y="1914296"/>
            <a:ext cx="266700" cy="685815"/>
          </a:xfrm>
          <a:prstGeom prst="roundRect">
            <a:avLst>
              <a:gd fmla="val 8511" name="adj"/>
            </a:avLst>
          </a:prstGeom>
          <a:solidFill>
            <a:srgbClr val="19226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26" name="Google Shape;126;p11"/>
          <p:cNvSpPr/>
          <p:nvPr/>
        </p:nvSpPr>
        <p:spPr>
          <a:xfrm>
            <a:off x="-426720" y="2710163"/>
            <a:ext cx="266700" cy="685815"/>
          </a:xfrm>
          <a:prstGeom prst="roundRect">
            <a:avLst>
              <a:gd fmla="val 8511" name="adj"/>
            </a:avLst>
          </a:prstGeom>
          <a:solidFill>
            <a:srgbClr val="33B2C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27" name="Google Shape;127;p11"/>
          <p:cNvSpPr/>
          <p:nvPr/>
        </p:nvSpPr>
        <p:spPr>
          <a:xfrm>
            <a:off x="-426720" y="3506030"/>
            <a:ext cx="266700" cy="685815"/>
          </a:xfrm>
          <a:prstGeom prst="roundRect">
            <a:avLst>
              <a:gd fmla="val 8511" name="adj"/>
            </a:avLst>
          </a:prstGeom>
          <a:solidFill>
            <a:srgbClr val="50B84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28" name="Google Shape;128;p11"/>
          <p:cNvSpPr/>
          <p:nvPr/>
        </p:nvSpPr>
        <p:spPr>
          <a:xfrm>
            <a:off x="-426720" y="4301897"/>
            <a:ext cx="266700" cy="685815"/>
          </a:xfrm>
          <a:prstGeom prst="roundRect">
            <a:avLst>
              <a:gd fmla="val 8511" name="adj"/>
            </a:avLst>
          </a:prstGeom>
          <a:solidFill>
            <a:srgbClr val="F3712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29" name="Google Shape;129;p11"/>
          <p:cNvSpPr/>
          <p:nvPr/>
        </p:nvSpPr>
        <p:spPr>
          <a:xfrm>
            <a:off x="-426720" y="5097764"/>
            <a:ext cx="266700" cy="685815"/>
          </a:xfrm>
          <a:prstGeom prst="roundRect">
            <a:avLst>
              <a:gd fmla="val 8511" name="adj"/>
            </a:avLst>
          </a:prstGeom>
          <a:solidFill>
            <a:srgbClr val="E4E5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30" name="Google Shape;130;p11"/>
          <p:cNvSpPr txBox="1"/>
          <p:nvPr/>
        </p:nvSpPr>
        <p:spPr>
          <a:xfrm>
            <a:off x="525780" y="6415503"/>
            <a:ext cx="4114800" cy="2519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CDCC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© Copyright FPT – Level of Confidentiality </a:t>
            </a:r>
            <a:endParaRPr sz="1050">
              <a:solidFill>
                <a:srgbClr val="CDCCCC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31" name="Google Shape;131;p11"/>
          <p:cNvSpPr/>
          <p:nvPr/>
        </p:nvSpPr>
        <p:spPr>
          <a:xfrm>
            <a:off x="-426720" y="5893631"/>
            <a:ext cx="266700" cy="685815"/>
          </a:xfrm>
          <a:prstGeom prst="roundRect">
            <a:avLst>
              <a:gd fmla="val 8511" name="adj"/>
            </a:avLst>
          </a:prstGeom>
          <a:solidFill>
            <a:srgbClr val="B5B5B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32" name="Google Shape;132;p11"/>
          <p:cNvSpPr txBox="1"/>
          <p:nvPr>
            <p:ph idx="1" type="body"/>
          </p:nvPr>
        </p:nvSpPr>
        <p:spPr>
          <a:xfrm>
            <a:off x="525463" y="1296989"/>
            <a:ext cx="11155675" cy="5072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3200"/>
              <a:buFont typeface="Arial"/>
              <a:buNone/>
              <a:defRPr b="1" i="0" sz="3200" u="none" cap="none" strike="noStrike">
                <a:solidFill>
                  <a:schemeClr val="accent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/>
        </p:txBody>
      </p:sp>
      <p:sp>
        <p:nvSpPr>
          <p:cNvPr id="133" name="Google Shape;133;p11"/>
          <p:cNvSpPr txBox="1"/>
          <p:nvPr>
            <p:ph idx="2" type="body"/>
          </p:nvPr>
        </p:nvSpPr>
        <p:spPr>
          <a:xfrm>
            <a:off x="725362" y="2232818"/>
            <a:ext cx="2967863" cy="9200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b="1" i="0" sz="28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/>
        </p:txBody>
      </p:sp>
      <p:sp>
        <p:nvSpPr>
          <p:cNvPr id="134" name="Google Shape;134;p11"/>
          <p:cNvSpPr txBox="1"/>
          <p:nvPr>
            <p:ph idx="3" type="body"/>
          </p:nvPr>
        </p:nvSpPr>
        <p:spPr>
          <a:xfrm>
            <a:off x="725362" y="3330990"/>
            <a:ext cx="2967863" cy="27435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/>
        </p:txBody>
      </p:sp>
      <p:sp>
        <p:nvSpPr>
          <p:cNvPr id="135" name="Google Shape;135;p11"/>
          <p:cNvSpPr/>
          <p:nvPr/>
        </p:nvSpPr>
        <p:spPr>
          <a:xfrm>
            <a:off x="4418479" y="1970138"/>
            <a:ext cx="3369643" cy="4279469"/>
          </a:xfrm>
          <a:prstGeom prst="roundRect">
            <a:avLst>
              <a:gd fmla="val 3313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36" name="Google Shape;136;p11"/>
          <p:cNvSpPr txBox="1"/>
          <p:nvPr>
            <p:ph idx="4" type="body"/>
          </p:nvPr>
        </p:nvSpPr>
        <p:spPr>
          <a:xfrm>
            <a:off x="4618378" y="2232818"/>
            <a:ext cx="2967863" cy="9200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b="1" i="0" sz="28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/>
        </p:txBody>
      </p:sp>
      <p:sp>
        <p:nvSpPr>
          <p:cNvPr id="137" name="Google Shape;137;p11"/>
          <p:cNvSpPr txBox="1"/>
          <p:nvPr>
            <p:ph idx="5" type="body"/>
          </p:nvPr>
        </p:nvSpPr>
        <p:spPr>
          <a:xfrm>
            <a:off x="4618378" y="3330990"/>
            <a:ext cx="2967863" cy="27435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/>
        </p:txBody>
      </p:sp>
      <p:sp>
        <p:nvSpPr>
          <p:cNvPr id="138" name="Google Shape;138;p11"/>
          <p:cNvSpPr/>
          <p:nvPr/>
        </p:nvSpPr>
        <p:spPr>
          <a:xfrm>
            <a:off x="8311495" y="1970138"/>
            <a:ext cx="3369643" cy="4279469"/>
          </a:xfrm>
          <a:prstGeom prst="roundRect">
            <a:avLst>
              <a:gd fmla="val 3313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39" name="Google Shape;139;p11"/>
          <p:cNvSpPr txBox="1"/>
          <p:nvPr>
            <p:ph idx="6" type="body"/>
          </p:nvPr>
        </p:nvSpPr>
        <p:spPr>
          <a:xfrm>
            <a:off x="8511394" y="2232818"/>
            <a:ext cx="2967863" cy="9200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b="1" i="0" sz="28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/>
        </p:txBody>
      </p:sp>
      <p:sp>
        <p:nvSpPr>
          <p:cNvPr id="140" name="Google Shape;140;p11"/>
          <p:cNvSpPr txBox="1"/>
          <p:nvPr>
            <p:ph idx="7" type="body"/>
          </p:nvPr>
        </p:nvSpPr>
        <p:spPr>
          <a:xfrm>
            <a:off x="8511394" y="3330990"/>
            <a:ext cx="2967863" cy="27435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/>
        </p:txBody>
      </p:sp>
      <p:sp>
        <p:nvSpPr>
          <p:cNvPr id="141" name="Google Shape;141;p11"/>
          <p:cNvSpPr txBox="1"/>
          <p:nvPr>
            <p:ph idx="12" type="sldNum"/>
          </p:nvPr>
        </p:nvSpPr>
        <p:spPr>
          <a:xfrm>
            <a:off x="10330249" y="6415503"/>
            <a:ext cx="1577824" cy="2519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1050" u="sng">
                <a:solidFill>
                  <a:schemeClr val="hlink"/>
                </a:solidFill>
                <a:latin typeface="Quattrocento Sans"/>
                <a:ea typeface="Quattrocento Sans"/>
                <a:cs typeface="Quattrocento Sans"/>
                <a:sym typeface="Quattrocento Sans"/>
                <a:hlinkClick/>
              </a:defRPr>
            </a:lvl1pPr>
            <a:lvl2pPr indent="0" lvl="1" marL="0" marR="0" rtl="0" algn="r">
              <a:spcBef>
                <a:spcPts val="0"/>
              </a:spcBef>
              <a:buNone/>
              <a:defRPr sz="1050" u="sng">
                <a:solidFill>
                  <a:schemeClr val="hlink"/>
                </a:solidFill>
                <a:latin typeface="Quattrocento Sans"/>
                <a:ea typeface="Quattrocento Sans"/>
                <a:cs typeface="Quattrocento Sans"/>
                <a:sym typeface="Quattrocento Sans"/>
                <a:hlinkClick/>
              </a:defRPr>
            </a:lvl2pPr>
            <a:lvl3pPr indent="0" lvl="2" marL="0" marR="0" rtl="0" algn="r">
              <a:spcBef>
                <a:spcPts val="0"/>
              </a:spcBef>
              <a:buNone/>
              <a:defRPr sz="1050" u="sng">
                <a:solidFill>
                  <a:schemeClr val="hlink"/>
                </a:solidFill>
                <a:latin typeface="Quattrocento Sans"/>
                <a:ea typeface="Quattrocento Sans"/>
                <a:cs typeface="Quattrocento Sans"/>
                <a:sym typeface="Quattrocento Sans"/>
                <a:hlinkClick/>
              </a:defRPr>
            </a:lvl3pPr>
            <a:lvl4pPr indent="0" lvl="3" marL="0" marR="0" rtl="0" algn="r">
              <a:spcBef>
                <a:spcPts val="0"/>
              </a:spcBef>
              <a:buNone/>
              <a:defRPr sz="1050" u="sng">
                <a:solidFill>
                  <a:schemeClr val="hlink"/>
                </a:solidFill>
                <a:latin typeface="Quattrocento Sans"/>
                <a:ea typeface="Quattrocento Sans"/>
                <a:cs typeface="Quattrocento Sans"/>
                <a:sym typeface="Quattrocento Sans"/>
                <a:hlinkClick/>
              </a:defRPr>
            </a:lvl4pPr>
            <a:lvl5pPr indent="0" lvl="4" marL="0" marR="0" rtl="0" algn="r">
              <a:spcBef>
                <a:spcPts val="0"/>
              </a:spcBef>
              <a:buNone/>
              <a:defRPr sz="1050" u="sng">
                <a:solidFill>
                  <a:schemeClr val="hlink"/>
                </a:solidFill>
                <a:latin typeface="Quattrocento Sans"/>
                <a:ea typeface="Quattrocento Sans"/>
                <a:cs typeface="Quattrocento Sans"/>
                <a:sym typeface="Quattrocento Sans"/>
                <a:hlinkClick/>
              </a:defRPr>
            </a:lvl5pPr>
            <a:lvl6pPr indent="0" lvl="5" marL="0" marR="0" rtl="0" algn="r">
              <a:spcBef>
                <a:spcPts val="0"/>
              </a:spcBef>
              <a:buNone/>
              <a:defRPr sz="1050" u="sng">
                <a:solidFill>
                  <a:schemeClr val="hlink"/>
                </a:solidFill>
                <a:latin typeface="Quattrocento Sans"/>
                <a:ea typeface="Quattrocento Sans"/>
                <a:cs typeface="Quattrocento Sans"/>
                <a:sym typeface="Quattrocento Sans"/>
                <a:hlinkClick/>
              </a:defRPr>
            </a:lvl6pPr>
            <a:lvl7pPr indent="0" lvl="6" marL="0" marR="0" rtl="0" algn="r">
              <a:spcBef>
                <a:spcPts val="0"/>
              </a:spcBef>
              <a:buNone/>
              <a:defRPr sz="1050" u="sng">
                <a:solidFill>
                  <a:schemeClr val="hlink"/>
                </a:solidFill>
                <a:latin typeface="Quattrocento Sans"/>
                <a:ea typeface="Quattrocento Sans"/>
                <a:cs typeface="Quattrocento Sans"/>
                <a:sym typeface="Quattrocento Sans"/>
                <a:hlinkClick/>
              </a:defRPr>
            </a:lvl7pPr>
            <a:lvl8pPr indent="0" lvl="7" marL="0" marR="0" rtl="0" algn="r">
              <a:spcBef>
                <a:spcPts val="0"/>
              </a:spcBef>
              <a:buNone/>
              <a:defRPr sz="1050" u="sng">
                <a:solidFill>
                  <a:schemeClr val="hlink"/>
                </a:solidFill>
                <a:latin typeface="Quattrocento Sans"/>
                <a:ea typeface="Quattrocento Sans"/>
                <a:cs typeface="Quattrocento Sans"/>
                <a:sym typeface="Quattrocento Sans"/>
                <a:hlinkClick/>
              </a:defRPr>
            </a:lvl8pPr>
            <a:lvl9pPr indent="0" lvl="8" marL="0" marR="0" rtl="0" algn="r">
              <a:spcBef>
                <a:spcPts val="0"/>
              </a:spcBef>
              <a:buNone/>
              <a:defRPr sz="1050" u="sng">
                <a:solidFill>
                  <a:schemeClr val="hlink"/>
                </a:solidFill>
                <a:latin typeface="Quattrocento Sans"/>
                <a:ea typeface="Quattrocento Sans"/>
                <a:cs typeface="Quattrocento Sans"/>
                <a:sym typeface="Quattrocento Sans"/>
                <a:hlinkClick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fptsoftware.com </a:t>
            </a:r>
            <a:r>
              <a:rPr lang="en-US" u="none">
                <a:solidFill>
                  <a:srgbClr val="CDCCCC"/>
                </a:solidFill>
              </a:rPr>
              <a:t>| </a:t>
            </a:r>
            <a:fld id="{00000000-1234-1234-1234-123412341234}" type="slidenum">
              <a:rPr lang="en-US" u="none">
                <a:solidFill>
                  <a:srgbClr val="CDCCCC"/>
                </a:solidFill>
              </a:rPr>
              <a:t>‹#›</a:t>
            </a:fld>
            <a:endParaRPr u="none">
              <a:solidFill>
                <a:srgbClr val="CDCCCC"/>
              </a:solidFill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Text Boxes">
  <p:cSld name="4 Text Boxes"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3175"/>
            <a:ext cx="12192000" cy="95885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2"/>
          <p:cNvSpPr txBox="1"/>
          <p:nvPr>
            <p:ph type="title"/>
          </p:nvPr>
        </p:nvSpPr>
        <p:spPr>
          <a:xfrm>
            <a:off x="525780" y="190527"/>
            <a:ext cx="10515600" cy="7110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Quattrocento Sans"/>
              <a:buNone/>
              <a:defRPr sz="28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12"/>
          <p:cNvSpPr/>
          <p:nvPr/>
        </p:nvSpPr>
        <p:spPr>
          <a:xfrm>
            <a:off x="525464" y="1970138"/>
            <a:ext cx="2681376" cy="4279469"/>
          </a:xfrm>
          <a:prstGeom prst="roundRect">
            <a:avLst>
              <a:gd fmla="val 3313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46" name="Google Shape;146;p12"/>
          <p:cNvSpPr/>
          <p:nvPr/>
        </p:nvSpPr>
        <p:spPr>
          <a:xfrm>
            <a:off x="-426720" y="1118429"/>
            <a:ext cx="266700" cy="685815"/>
          </a:xfrm>
          <a:prstGeom prst="roundRect">
            <a:avLst>
              <a:gd fmla="val 8511" name="adj"/>
            </a:avLst>
          </a:prstGeom>
          <a:solidFill>
            <a:srgbClr val="034E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47" name="Google Shape;147;p12"/>
          <p:cNvSpPr/>
          <p:nvPr/>
        </p:nvSpPr>
        <p:spPr>
          <a:xfrm>
            <a:off x="-426720" y="1914296"/>
            <a:ext cx="266700" cy="685815"/>
          </a:xfrm>
          <a:prstGeom prst="roundRect">
            <a:avLst>
              <a:gd fmla="val 8511" name="adj"/>
            </a:avLst>
          </a:prstGeom>
          <a:solidFill>
            <a:srgbClr val="19226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48" name="Google Shape;148;p12"/>
          <p:cNvSpPr/>
          <p:nvPr/>
        </p:nvSpPr>
        <p:spPr>
          <a:xfrm>
            <a:off x="-426720" y="2710163"/>
            <a:ext cx="266700" cy="685815"/>
          </a:xfrm>
          <a:prstGeom prst="roundRect">
            <a:avLst>
              <a:gd fmla="val 8511" name="adj"/>
            </a:avLst>
          </a:prstGeom>
          <a:solidFill>
            <a:srgbClr val="33B2C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49" name="Google Shape;149;p12"/>
          <p:cNvSpPr/>
          <p:nvPr/>
        </p:nvSpPr>
        <p:spPr>
          <a:xfrm>
            <a:off x="-426720" y="3506030"/>
            <a:ext cx="266700" cy="685815"/>
          </a:xfrm>
          <a:prstGeom prst="roundRect">
            <a:avLst>
              <a:gd fmla="val 8511" name="adj"/>
            </a:avLst>
          </a:prstGeom>
          <a:solidFill>
            <a:srgbClr val="50B84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50" name="Google Shape;150;p12"/>
          <p:cNvSpPr/>
          <p:nvPr/>
        </p:nvSpPr>
        <p:spPr>
          <a:xfrm>
            <a:off x="-426720" y="4301897"/>
            <a:ext cx="266700" cy="685815"/>
          </a:xfrm>
          <a:prstGeom prst="roundRect">
            <a:avLst>
              <a:gd fmla="val 8511" name="adj"/>
            </a:avLst>
          </a:prstGeom>
          <a:solidFill>
            <a:srgbClr val="F3712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51" name="Google Shape;151;p12"/>
          <p:cNvSpPr/>
          <p:nvPr/>
        </p:nvSpPr>
        <p:spPr>
          <a:xfrm>
            <a:off x="-426720" y="5097764"/>
            <a:ext cx="266700" cy="685815"/>
          </a:xfrm>
          <a:prstGeom prst="roundRect">
            <a:avLst>
              <a:gd fmla="val 8511" name="adj"/>
            </a:avLst>
          </a:prstGeom>
          <a:solidFill>
            <a:srgbClr val="E4E5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52" name="Google Shape;152;p12"/>
          <p:cNvSpPr txBox="1"/>
          <p:nvPr/>
        </p:nvSpPr>
        <p:spPr>
          <a:xfrm>
            <a:off x="525780" y="6415503"/>
            <a:ext cx="4114800" cy="2519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CDCC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© Copyright FPT – Level of Confidentiality </a:t>
            </a:r>
            <a:endParaRPr sz="1050">
              <a:solidFill>
                <a:srgbClr val="CDCCCC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53" name="Google Shape;153;p12"/>
          <p:cNvSpPr/>
          <p:nvPr/>
        </p:nvSpPr>
        <p:spPr>
          <a:xfrm>
            <a:off x="-426720" y="5893631"/>
            <a:ext cx="266700" cy="685815"/>
          </a:xfrm>
          <a:prstGeom prst="roundRect">
            <a:avLst>
              <a:gd fmla="val 8511" name="adj"/>
            </a:avLst>
          </a:prstGeom>
          <a:solidFill>
            <a:srgbClr val="B5B5B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54" name="Google Shape;154;p12"/>
          <p:cNvSpPr txBox="1"/>
          <p:nvPr>
            <p:ph idx="1" type="body"/>
          </p:nvPr>
        </p:nvSpPr>
        <p:spPr>
          <a:xfrm>
            <a:off x="525463" y="1296989"/>
            <a:ext cx="11155675" cy="5072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3200"/>
              <a:buFont typeface="Arial"/>
              <a:buNone/>
              <a:defRPr b="1" i="0" sz="3200" u="none" cap="none" strike="noStrike">
                <a:solidFill>
                  <a:schemeClr val="accent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/>
        </p:txBody>
      </p:sp>
      <p:sp>
        <p:nvSpPr>
          <p:cNvPr id="155" name="Google Shape;155;p12"/>
          <p:cNvSpPr txBox="1"/>
          <p:nvPr>
            <p:ph idx="2" type="body"/>
          </p:nvPr>
        </p:nvSpPr>
        <p:spPr>
          <a:xfrm>
            <a:off x="725363" y="2232818"/>
            <a:ext cx="2300119" cy="9200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b="1" i="0" sz="28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/>
        </p:txBody>
      </p:sp>
      <p:sp>
        <p:nvSpPr>
          <p:cNvPr id="156" name="Google Shape;156;p12"/>
          <p:cNvSpPr txBox="1"/>
          <p:nvPr>
            <p:ph idx="3" type="body"/>
          </p:nvPr>
        </p:nvSpPr>
        <p:spPr>
          <a:xfrm>
            <a:off x="725363" y="3330990"/>
            <a:ext cx="2300119" cy="27435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/>
        </p:txBody>
      </p:sp>
      <p:sp>
        <p:nvSpPr>
          <p:cNvPr id="157" name="Google Shape;157;p12"/>
          <p:cNvSpPr/>
          <p:nvPr/>
        </p:nvSpPr>
        <p:spPr>
          <a:xfrm>
            <a:off x="3368102" y="1970138"/>
            <a:ext cx="2681376" cy="4279469"/>
          </a:xfrm>
          <a:prstGeom prst="roundRect">
            <a:avLst>
              <a:gd fmla="val 3313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58" name="Google Shape;158;p12"/>
          <p:cNvSpPr txBox="1"/>
          <p:nvPr>
            <p:ph idx="4" type="body"/>
          </p:nvPr>
        </p:nvSpPr>
        <p:spPr>
          <a:xfrm>
            <a:off x="3568001" y="2232818"/>
            <a:ext cx="2300119" cy="9200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b="1" i="0" sz="28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/>
        </p:txBody>
      </p:sp>
      <p:sp>
        <p:nvSpPr>
          <p:cNvPr id="159" name="Google Shape;159;p12"/>
          <p:cNvSpPr txBox="1"/>
          <p:nvPr>
            <p:ph idx="5" type="body"/>
          </p:nvPr>
        </p:nvSpPr>
        <p:spPr>
          <a:xfrm>
            <a:off x="3568001" y="3330990"/>
            <a:ext cx="2300119" cy="27435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/>
        </p:txBody>
      </p:sp>
      <p:sp>
        <p:nvSpPr>
          <p:cNvPr id="160" name="Google Shape;160;p12"/>
          <p:cNvSpPr/>
          <p:nvPr/>
        </p:nvSpPr>
        <p:spPr>
          <a:xfrm>
            <a:off x="6210740" y="1970138"/>
            <a:ext cx="2681376" cy="4279469"/>
          </a:xfrm>
          <a:prstGeom prst="roundRect">
            <a:avLst>
              <a:gd fmla="val 3313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61" name="Google Shape;161;p12"/>
          <p:cNvSpPr txBox="1"/>
          <p:nvPr>
            <p:ph idx="6" type="body"/>
          </p:nvPr>
        </p:nvSpPr>
        <p:spPr>
          <a:xfrm>
            <a:off x="6410639" y="2232818"/>
            <a:ext cx="2300119" cy="9200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b="1" i="0" sz="28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/>
        </p:txBody>
      </p:sp>
      <p:sp>
        <p:nvSpPr>
          <p:cNvPr id="162" name="Google Shape;162;p12"/>
          <p:cNvSpPr txBox="1"/>
          <p:nvPr>
            <p:ph idx="7" type="body"/>
          </p:nvPr>
        </p:nvSpPr>
        <p:spPr>
          <a:xfrm>
            <a:off x="6410639" y="3330990"/>
            <a:ext cx="2300119" cy="27435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/>
        </p:txBody>
      </p:sp>
      <p:sp>
        <p:nvSpPr>
          <p:cNvPr id="163" name="Google Shape;163;p12"/>
          <p:cNvSpPr/>
          <p:nvPr/>
        </p:nvSpPr>
        <p:spPr>
          <a:xfrm>
            <a:off x="9053378" y="1970138"/>
            <a:ext cx="2681376" cy="4279469"/>
          </a:xfrm>
          <a:prstGeom prst="roundRect">
            <a:avLst>
              <a:gd fmla="val 3313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64" name="Google Shape;164;p12"/>
          <p:cNvSpPr txBox="1"/>
          <p:nvPr>
            <p:ph idx="8" type="body"/>
          </p:nvPr>
        </p:nvSpPr>
        <p:spPr>
          <a:xfrm>
            <a:off x="9253277" y="2232818"/>
            <a:ext cx="2300119" cy="9200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b="1" i="0" sz="28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/>
        </p:txBody>
      </p:sp>
      <p:sp>
        <p:nvSpPr>
          <p:cNvPr id="165" name="Google Shape;165;p12"/>
          <p:cNvSpPr txBox="1"/>
          <p:nvPr>
            <p:ph idx="9" type="body"/>
          </p:nvPr>
        </p:nvSpPr>
        <p:spPr>
          <a:xfrm>
            <a:off x="9253277" y="3330990"/>
            <a:ext cx="2300119" cy="27435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/>
        </p:txBody>
      </p:sp>
      <p:sp>
        <p:nvSpPr>
          <p:cNvPr id="166" name="Google Shape;166;p12"/>
          <p:cNvSpPr txBox="1"/>
          <p:nvPr>
            <p:ph idx="12" type="sldNum"/>
          </p:nvPr>
        </p:nvSpPr>
        <p:spPr>
          <a:xfrm>
            <a:off x="10330249" y="6415503"/>
            <a:ext cx="1577824" cy="2519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1050">
                <a:solidFill>
                  <a:srgbClr val="CDCCCC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rtl="0" algn="r">
              <a:spcBef>
                <a:spcPts val="0"/>
              </a:spcBef>
              <a:buNone/>
              <a:defRPr sz="1050">
                <a:solidFill>
                  <a:srgbClr val="CDCCCC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rtl="0" algn="r">
              <a:spcBef>
                <a:spcPts val="0"/>
              </a:spcBef>
              <a:buNone/>
              <a:defRPr sz="1050">
                <a:solidFill>
                  <a:srgbClr val="CDCCCC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rtl="0" algn="r">
              <a:spcBef>
                <a:spcPts val="0"/>
              </a:spcBef>
              <a:buNone/>
              <a:defRPr sz="1050">
                <a:solidFill>
                  <a:srgbClr val="CDCCCC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rtl="0" algn="r">
              <a:spcBef>
                <a:spcPts val="0"/>
              </a:spcBef>
              <a:buNone/>
              <a:defRPr sz="1050">
                <a:solidFill>
                  <a:srgbClr val="CDCCCC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rtl="0" algn="r">
              <a:spcBef>
                <a:spcPts val="0"/>
              </a:spcBef>
              <a:buNone/>
              <a:defRPr sz="1050">
                <a:solidFill>
                  <a:srgbClr val="CDCCCC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rtl="0" algn="r">
              <a:spcBef>
                <a:spcPts val="0"/>
              </a:spcBef>
              <a:buNone/>
              <a:defRPr sz="1050">
                <a:solidFill>
                  <a:srgbClr val="CDCCCC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rtl="0" algn="r">
              <a:spcBef>
                <a:spcPts val="0"/>
              </a:spcBef>
              <a:buNone/>
              <a:defRPr sz="1050">
                <a:solidFill>
                  <a:srgbClr val="CDCCCC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rtl="0" algn="r">
              <a:spcBef>
                <a:spcPts val="0"/>
              </a:spcBef>
              <a:buNone/>
              <a:defRPr sz="1050">
                <a:solidFill>
                  <a:srgbClr val="CDCCCC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fptsoftware.com |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Columns">
  <p:cSld name="2 Columns"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3175"/>
            <a:ext cx="12192000" cy="95885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3"/>
          <p:cNvSpPr txBox="1"/>
          <p:nvPr>
            <p:ph type="title"/>
          </p:nvPr>
        </p:nvSpPr>
        <p:spPr>
          <a:xfrm>
            <a:off x="525780" y="190527"/>
            <a:ext cx="10515600" cy="7110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Quattrocento Sans"/>
              <a:buNone/>
              <a:defRPr sz="28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0" name="Google Shape;170;p13"/>
          <p:cNvSpPr/>
          <p:nvPr/>
        </p:nvSpPr>
        <p:spPr>
          <a:xfrm>
            <a:off x="-426720" y="1118429"/>
            <a:ext cx="266700" cy="685815"/>
          </a:xfrm>
          <a:prstGeom prst="roundRect">
            <a:avLst>
              <a:gd fmla="val 8511" name="adj"/>
            </a:avLst>
          </a:prstGeom>
          <a:solidFill>
            <a:srgbClr val="034E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71" name="Google Shape;171;p13"/>
          <p:cNvSpPr/>
          <p:nvPr/>
        </p:nvSpPr>
        <p:spPr>
          <a:xfrm>
            <a:off x="-426720" y="1914296"/>
            <a:ext cx="266700" cy="685815"/>
          </a:xfrm>
          <a:prstGeom prst="roundRect">
            <a:avLst>
              <a:gd fmla="val 8511" name="adj"/>
            </a:avLst>
          </a:prstGeom>
          <a:solidFill>
            <a:srgbClr val="19226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72" name="Google Shape;172;p13"/>
          <p:cNvSpPr/>
          <p:nvPr/>
        </p:nvSpPr>
        <p:spPr>
          <a:xfrm>
            <a:off x="-426720" y="2710163"/>
            <a:ext cx="266700" cy="685815"/>
          </a:xfrm>
          <a:prstGeom prst="roundRect">
            <a:avLst>
              <a:gd fmla="val 8511" name="adj"/>
            </a:avLst>
          </a:prstGeom>
          <a:solidFill>
            <a:srgbClr val="33B2C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73" name="Google Shape;173;p13"/>
          <p:cNvSpPr/>
          <p:nvPr/>
        </p:nvSpPr>
        <p:spPr>
          <a:xfrm>
            <a:off x="-426720" y="3506030"/>
            <a:ext cx="266700" cy="685815"/>
          </a:xfrm>
          <a:prstGeom prst="roundRect">
            <a:avLst>
              <a:gd fmla="val 8511" name="adj"/>
            </a:avLst>
          </a:prstGeom>
          <a:solidFill>
            <a:srgbClr val="50B84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74" name="Google Shape;174;p13"/>
          <p:cNvSpPr/>
          <p:nvPr/>
        </p:nvSpPr>
        <p:spPr>
          <a:xfrm>
            <a:off x="-426720" y="4301897"/>
            <a:ext cx="266700" cy="685815"/>
          </a:xfrm>
          <a:prstGeom prst="roundRect">
            <a:avLst>
              <a:gd fmla="val 8511" name="adj"/>
            </a:avLst>
          </a:prstGeom>
          <a:solidFill>
            <a:srgbClr val="F3712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75" name="Google Shape;175;p13"/>
          <p:cNvSpPr/>
          <p:nvPr/>
        </p:nvSpPr>
        <p:spPr>
          <a:xfrm>
            <a:off x="-426720" y="5097764"/>
            <a:ext cx="266700" cy="685815"/>
          </a:xfrm>
          <a:prstGeom prst="roundRect">
            <a:avLst>
              <a:gd fmla="val 8511" name="adj"/>
            </a:avLst>
          </a:prstGeom>
          <a:solidFill>
            <a:srgbClr val="E4E5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76" name="Google Shape;176;p13"/>
          <p:cNvSpPr/>
          <p:nvPr/>
        </p:nvSpPr>
        <p:spPr>
          <a:xfrm>
            <a:off x="-426720" y="5893631"/>
            <a:ext cx="266700" cy="685815"/>
          </a:xfrm>
          <a:prstGeom prst="roundRect">
            <a:avLst>
              <a:gd fmla="val 8511" name="adj"/>
            </a:avLst>
          </a:prstGeom>
          <a:solidFill>
            <a:srgbClr val="B5B5B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77" name="Google Shape;177;p13"/>
          <p:cNvSpPr txBox="1"/>
          <p:nvPr>
            <p:ph idx="1" type="body"/>
          </p:nvPr>
        </p:nvSpPr>
        <p:spPr>
          <a:xfrm>
            <a:off x="525465" y="1296989"/>
            <a:ext cx="4935176" cy="5072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800"/>
              <a:buFont typeface="Arial"/>
              <a:buNone/>
              <a:defRPr b="1" i="0" sz="2800" u="none" cap="none" strike="noStrike">
                <a:solidFill>
                  <a:schemeClr val="accent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/>
        </p:txBody>
      </p:sp>
      <p:sp>
        <p:nvSpPr>
          <p:cNvPr id="178" name="Google Shape;178;p13"/>
          <p:cNvSpPr txBox="1"/>
          <p:nvPr>
            <p:ph idx="2" type="body"/>
          </p:nvPr>
        </p:nvSpPr>
        <p:spPr>
          <a:xfrm>
            <a:off x="525465" y="2066926"/>
            <a:ext cx="4935174" cy="35095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/>
        </p:txBody>
      </p:sp>
      <p:cxnSp>
        <p:nvCxnSpPr>
          <p:cNvPr id="179" name="Google Shape;179;p13"/>
          <p:cNvCxnSpPr/>
          <p:nvPr/>
        </p:nvCxnSpPr>
        <p:spPr>
          <a:xfrm>
            <a:off x="6096000" y="1296989"/>
            <a:ext cx="0" cy="4889499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80" name="Google Shape;180;p13"/>
          <p:cNvSpPr txBox="1"/>
          <p:nvPr>
            <p:ph idx="3" type="body"/>
          </p:nvPr>
        </p:nvSpPr>
        <p:spPr>
          <a:xfrm>
            <a:off x="6731360" y="1296989"/>
            <a:ext cx="4935176" cy="5072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800"/>
              <a:buFont typeface="Arial"/>
              <a:buNone/>
              <a:defRPr b="1" i="0" sz="2800" u="none" cap="none" strike="noStrike">
                <a:solidFill>
                  <a:schemeClr val="accent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/>
        </p:txBody>
      </p:sp>
      <p:sp>
        <p:nvSpPr>
          <p:cNvPr id="181" name="Google Shape;181;p13"/>
          <p:cNvSpPr txBox="1"/>
          <p:nvPr>
            <p:ph idx="4" type="body"/>
          </p:nvPr>
        </p:nvSpPr>
        <p:spPr>
          <a:xfrm>
            <a:off x="6731361" y="2066926"/>
            <a:ext cx="4935174" cy="35095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/>
        </p:txBody>
      </p:sp>
      <p:sp>
        <p:nvSpPr>
          <p:cNvPr id="182" name="Google Shape;182;p13"/>
          <p:cNvSpPr txBox="1"/>
          <p:nvPr>
            <p:ph idx="5" type="body"/>
          </p:nvPr>
        </p:nvSpPr>
        <p:spPr>
          <a:xfrm>
            <a:off x="525463" y="5821363"/>
            <a:ext cx="4936074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7F7F7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/>
        </p:txBody>
      </p:sp>
      <p:sp>
        <p:nvSpPr>
          <p:cNvPr id="183" name="Google Shape;183;p13"/>
          <p:cNvSpPr txBox="1"/>
          <p:nvPr>
            <p:ph idx="6" type="body"/>
          </p:nvPr>
        </p:nvSpPr>
        <p:spPr>
          <a:xfrm>
            <a:off x="6731067" y="5821363"/>
            <a:ext cx="4936074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7F7F7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/>
        </p:txBody>
      </p:sp>
      <p:sp>
        <p:nvSpPr>
          <p:cNvPr id="184" name="Google Shape;184;p13"/>
          <p:cNvSpPr txBox="1"/>
          <p:nvPr>
            <p:ph idx="12" type="sldNum"/>
          </p:nvPr>
        </p:nvSpPr>
        <p:spPr>
          <a:xfrm>
            <a:off x="10330249" y="6415503"/>
            <a:ext cx="1577824" cy="2519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1050">
                <a:solidFill>
                  <a:srgbClr val="CDCCCC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rtl="0" algn="r">
              <a:spcBef>
                <a:spcPts val="0"/>
              </a:spcBef>
              <a:buNone/>
              <a:defRPr sz="1050">
                <a:solidFill>
                  <a:srgbClr val="CDCCCC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rtl="0" algn="r">
              <a:spcBef>
                <a:spcPts val="0"/>
              </a:spcBef>
              <a:buNone/>
              <a:defRPr sz="1050">
                <a:solidFill>
                  <a:srgbClr val="CDCCCC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rtl="0" algn="r">
              <a:spcBef>
                <a:spcPts val="0"/>
              </a:spcBef>
              <a:buNone/>
              <a:defRPr sz="1050">
                <a:solidFill>
                  <a:srgbClr val="CDCCCC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rtl="0" algn="r">
              <a:spcBef>
                <a:spcPts val="0"/>
              </a:spcBef>
              <a:buNone/>
              <a:defRPr sz="1050">
                <a:solidFill>
                  <a:srgbClr val="CDCCCC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rtl="0" algn="r">
              <a:spcBef>
                <a:spcPts val="0"/>
              </a:spcBef>
              <a:buNone/>
              <a:defRPr sz="1050">
                <a:solidFill>
                  <a:srgbClr val="CDCCCC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rtl="0" algn="r">
              <a:spcBef>
                <a:spcPts val="0"/>
              </a:spcBef>
              <a:buNone/>
              <a:defRPr sz="1050">
                <a:solidFill>
                  <a:srgbClr val="CDCCCC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rtl="0" algn="r">
              <a:spcBef>
                <a:spcPts val="0"/>
              </a:spcBef>
              <a:buNone/>
              <a:defRPr sz="1050">
                <a:solidFill>
                  <a:srgbClr val="CDCCCC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rtl="0" algn="r">
              <a:spcBef>
                <a:spcPts val="0"/>
              </a:spcBef>
              <a:buNone/>
              <a:defRPr sz="1050">
                <a:solidFill>
                  <a:srgbClr val="CDCCCC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fptsoftware.com |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5" name="Google Shape;185;p13"/>
          <p:cNvSpPr txBox="1"/>
          <p:nvPr/>
        </p:nvSpPr>
        <p:spPr>
          <a:xfrm>
            <a:off x="525780" y="6415503"/>
            <a:ext cx="4114800" cy="2519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CDCC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© Copyright FPT – Level of Confidentiality </a:t>
            </a:r>
            <a:endParaRPr sz="1050">
              <a:solidFill>
                <a:srgbClr val="CDCCCC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Columns">
  <p:cSld name="3 Columns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3175"/>
            <a:ext cx="12192000" cy="95885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14"/>
          <p:cNvSpPr txBox="1"/>
          <p:nvPr>
            <p:ph type="title"/>
          </p:nvPr>
        </p:nvSpPr>
        <p:spPr>
          <a:xfrm>
            <a:off x="525780" y="190527"/>
            <a:ext cx="10515600" cy="7110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Quattrocento Sans"/>
              <a:buNone/>
              <a:defRPr sz="28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9" name="Google Shape;189;p14"/>
          <p:cNvSpPr/>
          <p:nvPr/>
        </p:nvSpPr>
        <p:spPr>
          <a:xfrm>
            <a:off x="-426720" y="1118429"/>
            <a:ext cx="266700" cy="685815"/>
          </a:xfrm>
          <a:prstGeom prst="roundRect">
            <a:avLst>
              <a:gd fmla="val 8511" name="adj"/>
            </a:avLst>
          </a:prstGeom>
          <a:solidFill>
            <a:srgbClr val="034E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90" name="Google Shape;190;p14"/>
          <p:cNvSpPr/>
          <p:nvPr/>
        </p:nvSpPr>
        <p:spPr>
          <a:xfrm>
            <a:off x="-426720" y="1914296"/>
            <a:ext cx="266700" cy="685815"/>
          </a:xfrm>
          <a:prstGeom prst="roundRect">
            <a:avLst>
              <a:gd fmla="val 8511" name="adj"/>
            </a:avLst>
          </a:prstGeom>
          <a:solidFill>
            <a:srgbClr val="19226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91" name="Google Shape;191;p14"/>
          <p:cNvSpPr/>
          <p:nvPr/>
        </p:nvSpPr>
        <p:spPr>
          <a:xfrm>
            <a:off x="-426720" y="2710163"/>
            <a:ext cx="266700" cy="685815"/>
          </a:xfrm>
          <a:prstGeom prst="roundRect">
            <a:avLst>
              <a:gd fmla="val 8511" name="adj"/>
            </a:avLst>
          </a:prstGeom>
          <a:solidFill>
            <a:srgbClr val="33B2C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92" name="Google Shape;192;p14"/>
          <p:cNvSpPr/>
          <p:nvPr/>
        </p:nvSpPr>
        <p:spPr>
          <a:xfrm>
            <a:off x="-426720" y="3506030"/>
            <a:ext cx="266700" cy="685815"/>
          </a:xfrm>
          <a:prstGeom prst="roundRect">
            <a:avLst>
              <a:gd fmla="val 8511" name="adj"/>
            </a:avLst>
          </a:prstGeom>
          <a:solidFill>
            <a:srgbClr val="50B84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93" name="Google Shape;193;p14"/>
          <p:cNvSpPr/>
          <p:nvPr/>
        </p:nvSpPr>
        <p:spPr>
          <a:xfrm>
            <a:off x="-426720" y="4301897"/>
            <a:ext cx="266700" cy="685815"/>
          </a:xfrm>
          <a:prstGeom prst="roundRect">
            <a:avLst>
              <a:gd fmla="val 8511" name="adj"/>
            </a:avLst>
          </a:prstGeom>
          <a:solidFill>
            <a:srgbClr val="F3712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94" name="Google Shape;194;p14"/>
          <p:cNvSpPr/>
          <p:nvPr/>
        </p:nvSpPr>
        <p:spPr>
          <a:xfrm>
            <a:off x="-426720" y="5097764"/>
            <a:ext cx="266700" cy="685815"/>
          </a:xfrm>
          <a:prstGeom prst="roundRect">
            <a:avLst>
              <a:gd fmla="val 8511" name="adj"/>
            </a:avLst>
          </a:prstGeom>
          <a:solidFill>
            <a:srgbClr val="E4E5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95" name="Google Shape;195;p14"/>
          <p:cNvSpPr/>
          <p:nvPr/>
        </p:nvSpPr>
        <p:spPr>
          <a:xfrm>
            <a:off x="-426720" y="5893631"/>
            <a:ext cx="266700" cy="685815"/>
          </a:xfrm>
          <a:prstGeom prst="roundRect">
            <a:avLst>
              <a:gd fmla="val 8511" name="adj"/>
            </a:avLst>
          </a:prstGeom>
          <a:solidFill>
            <a:srgbClr val="B5B5B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96" name="Google Shape;196;p14"/>
          <p:cNvSpPr txBox="1"/>
          <p:nvPr>
            <p:ph idx="1" type="body"/>
          </p:nvPr>
        </p:nvSpPr>
        <p:spPr>
          <a:xfrm>
            <a:off x="525465" y="1296989"/>
            <a:ext cx="3201404" cy="5072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800"/>
              <a:buFont typeface="Arial"/>
              <a:buNone/>
              <a:defRPr b="1" i="0" sz="2800" u="none" cap="none" strike="noStrike">
                <a:solidFill>
                  <a:schemeClr val="accent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/>
        </p:txBody>
      </p:sp>
      <p:sp>
        <p:nvSpPr>
          <p:cNvPr id="197" name="Google Shape;197;p14"/>
          <p:cNvSpPr txBox="1"/>
          <p:nvPr>
            <p:ph idx="2" type="body"/>
          </p:nvPr>
        </p:nvSpPr>
        <p:spPr>
          <a:xfrm>
            <a:off x="525465" y="2066926"/>
            <a:ext cx="3201403" cy="35095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/>
        </p:txBody>
      </p:sp>
      <p:cxnSp>
        <p:nvCxnSpPr>
          <p:cNvPr id="198" name="Google Shape;198;p14"/>
          <p:cNvCxnSpPr/>
          <p:nvPr/>
        </p:nvCxnSpPr>
        <p:spPr>
          <a:xfrm>
            <a:off x="4135076" y="1296989"/>
            <a:ext cx="0" cy="4889499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99" name="Google Shape;199;p14"/>
          <p:cNvCxnSpPr/>
          <p:nvPr/>
        </p:nvCxnSpPr>
        <p:spPr>
          <a:xfrm>
            <a:off x="8152895" y="1296989"/>
            <a:ext cx="0" cy="4889499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00" name="Google Shape;200;p14"/>
          <p:cNvSpPr txBox="1"/>
          <p:nvPr>
            <p:ph idx="3" type="body"/>
          </p:nvPr>
        </p:nvSpPr>
        <p:spPr>
          <a:xfrm>
            <a:off x="4543283" y="1296989"/>
            <a:ext cx="3201404" cy="5072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800"/>
              <a:buFont typeface="Arial"/>
              <a:buNone/>
              <a:defRPr b="1" i="0" sz="2800" u="none" cap="none" strike="noStrike">
                <a:solidFill>
                  <a:schemeClr val="accent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/>
        </p:txBody>
      </p:sp>
      <p:sp>
        <p:nvSpPr>
          <p:cNvPr id="201" name="Google Shape;201;p14"/>
          <p:cNvSpPr txBox="1"/>
          <p:nvPr>
            <p:ph idx="4" type="body"/>
          </p:nvPr>
        </p:nvSpPr>
        <p:spPr>
          <a:xfrm>
            <a:off x="4543284" y="2066926"/>
            <a:ext cx="3201403" cy="35095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/>
        </p:txBody>
      </p:sp>
      <p:sp>
        <p:nvSpPr>
          <p:cNvPr id="202" name="Google Shape;202;p14"/>
          <p:cNvSpPr txBox="1"/>
          <p:nvPr>
            <p:ph idx="5" type="body"/>
          </p:nvPr>
        </p:nvSpPr>
        <p:spPr>
          <a:xfrm>
            <a:off x="8561102" y="1296989"/>
            <a:ext cx="3201404" cy="5072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800"/>
              <a:buFont typeface="Arial"/>
              <a:buNone/>
              <a:defRPr b="1" i="0" sz="2800" u="none" cap="none" strike="noStrike">
                <a:solidFill>
                  <a:schemeClr val="accent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/>
        </p:txBody>
      </p:sp>
      <p:sp>
        <p:nvSpPr>
          <p:cNvPr id="203" name="Google Shape;203;p14"/>
          <p:cNvSpPr txBox="1"/>
          <p:nvPr>
            <p:ph idx="6" type="body"/>
          </p:nvPr>
        </p:nvSpPr>
        <p:spPr>
          <a:xfrm>
            <a:off x="8561102" y="2066926"/>
            <a:ext cx="3201403" cy="35095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/>
        </p:txBody>
      </p:sp>
      <p:sp>
        <p:nvSpPr>
          <p:cNvPr id="204" name="Google Shape;204;p14"/>
          <p:cNvSpPr txBox="1"/>
          <p:nvPr>
            <p:ph idx="7" type="body"/>
          </p:nvPr>
        </p:nvSpPr>
        <p:spPr>
          <a:xfrm>
            <a:off x="525463" y="5821363"/>
            <a:ext cx="32019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7F7F7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/>
        </p:txBody>
      </p:sp>
      <p:sp>
        <p:nvSpPr>
          <p:cNvPr id="205" name="Google Shape;205;p14"/>
          <p:cNvSpPr txBox="1"/>
          <p:nvPr>
            <p:ph idx="8" type="body"/>
          </p:nvPr>
        </p:nvSpPr>
        <p:spPr>
          <a:xfrm>
            <a:off x="4542990" y="5821363"/>
            <a:ext cx="32019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7F7F7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/>
        </p:txBody>
      </p:sp>
      <p:sp>
        <p:nvSpPr>
          <p:cNvPr id="206" name="Google Shape;206;p14"/>
          <p:cNvSpPr txBox="1"/>
          <p:nvPr>
            <p:ph idx="9" type="body"/>
          </p:nvPr>
        </p:nvSpPr>
        <p:spPr>
          <a:xfrm>
            <a:off x="8560518" y="5821363"/>
            <a:ext cx="32019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7F7F7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/>
        </p:txBody>
      </p:sp>
      <p:sp>
        <p:nvSpPr>
          <p:cNvPr id="207" name="Google Shape;207;p14"/>
          <p:cNvSpPr txBox="1"/>
          <p:nvPr>
            <p:ph idx="12" type="sldNum"/>
          </p:nvPr>
        </p:nvSpPr>
        <p:spPr>
          <a:xfrm>
            <a:off x="10330249" y="6415503"/>
            <a:ext cx="1577824" cy="2519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1050">
                <a:solidFill>
                  <a:srgbClr val="CDCCCC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rtl="0" algn="r">
              <a:spcBef>
                <a:spcPts val="0"/>
              </a:spcBef>
              <a:buNone/>
              <a:defRPr sz="1050">
                <a:solidFill>
                  <a:srgbClr val="CDCCCC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rtl="0" algn="r">
              <a:spcBef>
                <a:spcPts val="0"/>
              </a:spcBef>
              <a:buNone/>
              <a:defRPr sz="1050">
                <a:solidFill>
                  <a:srgbClr val="CDCCCC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rtl="0" algn="r">
              <a:spcBef>
                <a:spcPts val="0"/>
              </a:spcBef>
              <a:buNone/>
              <a:defRPr sz="1050">
                <a:solidFill>
                  <a:srgbClr val="CDCCCC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rtl="0" algn="r">
              <a:spcBef>
                <a:spcPts val="0"/>
              </a:spcBef>
              <a:buNone/>
              <a:defRPr sz="1050">
                <a:solidFill>
                  <a:srgbClr val="CDCCCC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rtl="0" algn="r">
              <a:spcBef>
                <a:spcPts val="0"/>
              </a:spcBef>
              <a:buNone/>
              <a:defRPr sz="1050">
                <a:solidFill>
                  <a:srgbClr val="CDCCCC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rtl="0" algn="r">
              <a:spcBef>
                <a:spcPts val="0"/>
              </a:spcBef>
              <a:buNone/>
              <a:defRPr sz="1050">
                <a:solidFill>
                  <a:srgbClr val="CDCCCC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rtl="0" algn="r">
              <a:spcBef>
                <a:spcPts val="0"/>
              </a:spcBef>
              <a:buNone/>
              <a:defRPr sz="1050">
                <a:solidFill>
                  <a:srgbClr val="CDCCCC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rtl="0" algn="r">
              <a:spcBef>
                <a:spcPts val="0"/>
              </a:spcBef>
              <a:buNone/>
              <a:defRPr sz="1050">
                <a:solidFill>
                  <a:srgbClr val="CDCCCC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fptsoftware.com |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8" name="Google Shape;208;p14"/>
          <p:cNvSpPr txBox="1"/>
          <p:nvPr/>
        </p:nvSpPr>
        <p:spPr>
          <a:xfrm>
            <a:off x="525780" y="6415503"/>
            <a:ext cx="4114800" cy="2519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CDCC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© Copyright FPT – Level of Confidentiality </a:t>
            </a:r>
            <a:endParaRPr sz="1050">
              <a:solidFill>
                <a:srgbClr val="CDCCCC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Columns">
  <p:cSld name="4 Columns"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Google Shape;210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3175"/>
            <a:ext cx="12192000" cy="95885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15"/>
          <p:cNvSpPr txBox="1"/>
          <p:nvPr>
            <p:ph type="title"/>
          </p:nvPr>
        </p:nvSpPr>
        <p:spPr>
          <a:xfrm>
            <a:off x="525780" y="190527"/>
            <a:ext cx="10515600" cy="7110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Quattrocento Sans"/>
              <a:buNone/>
              <a:defRPr sz="28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2" name="Google Shape;212;p15"/>
          <p:cNvSpPr/>
          <p:nvPr/>
        </p:nvSpPr>
        <p:spPr>
          <a:xfrm>
            <a:off x="-426720" y="1118429"/>
            <a:ext cx="266700" cy="685815"/>
          </a:xfrm>
          <a:prstGeom prst="roundRect">
            <a:avLst>
              <a:gd fmla="val 8511" name="adj"/>
            </a:avLst>
          </a:prstGeom>
          <a:solidFill>
            <a:srgbClr val="034E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13" name="Google Shape;213;p15"/>
          <p:cNvSpPr/>
          <p:nvPr/>
        </p:nvSpPr>
        <p:spPr>
          <a:xfrm>
            <a:off x="-426720" y="1914296"/>
            <a:ext cx="266700" cy="685815"/>
          </a:xfrm>
          <a:prstGeom prst="roundRect">
            <a:avLst>
              <a:gd fmla="val 8511" name="adj"/>
            </a:avLst>
          </a:prstGeom>
          <a:solidFill>
            <a:srgbClr val="19226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14" name="Google Shape;214;p15"/>
          <p:cNvSpPr/>
          <p:nvPr/>
        </p:nvSpPr>
        <p:spPr>
          <a:xfrm>
            <a:off x="-426720" y="2710163"/>
            <a:ext cx="266700" cy="685815"/>
          </a:xfrm>
          <a:prstGeom prst="roundRect">
            <a:avLst>
              <a:gd fmla="val 8511" name="adj"/>
            </a:avLst>
          </a:prstGeom>
          <a:solidFill>
            <a:srgbClr val="33B2C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15" name="Google Shape;215;p15"/>
          <p:cNvSpPr/>
          <p:nvPr/>
        </p:nvSpPr>
        <p:spPr>
          <a:xfrm>
            <a:off x="-426720" y="3506030"/>
            <a:ext cx="266700" cy="685815"/>
          </a:xfrm>
          <a:prstGeom prst="roundRect">
            <a:avLst>
              <a:gd fmla="val 8511" name="adj"/>
            </a:avLst>
          </a:prstGeom>
          <a:solidFill>
            <a:srgbClr val="50B84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16" name="Google Shape;216;p15"/>
          <p:cNvSpPr/>
          <p:nvPr/>
        </p:nvSpPr>
        <p:spPr>
          <a:xfrm>
            <a:off x="-426720" y="4301897"/>
            <a:ext cx="266700" cy="685815"/>
          </a:xfrm>
          <a:prstGeom prst="roundRect">
            <a:avLst>
              <a:gd fmla="val 8511" name="adj"/>
            </a:avLst>
          </a:prstGeom>
          <a:solidFill>
            <a:srgbClr val="F3712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17" name="Google Shape;217;p15"/>
          <p:cNvSpPr/>
          <p:nvPr/>
        </p:nvSpPr>
        <p:spPr>
          <a:xfrm>
            <a:off x="-426720" y="5097764"/>
            <a:ext cx="266700" cy="685815"/>
          </a:xfrm>
          <a:prstGeom prst="roundRect">
            <a:avLst>
              <a:gd fmla="val 8511" name="adj"/>
            </a:avLst>
          </a:prstGeom>
          <a:solidFill>
            <a:srgbClr val="E4E5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18" name="Google Shape;218;p15"/>
          <p:cNvSpPr/>
          <p:nvPr/>
        </p:nvSpPr>
        <p:spPr>
          <a:xfrm>
            <a:off x="-426720" y="5893631"/>
            <a:ext cx="266700" cy="685815"/>
          </a:xfrm>
          <a:prstGeom prst="roundRect">
            <a:avLst>
              <a:gd fmla="val 8511" name="adj"/>
            </a:avLst>
          </a:prstGeom>
          <a:solidFill>
            <a:srgbClr val="B5B5B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19" name="Google Shape;219;p15"/>
          <p:cNvSpPr txBox="1"/>
          <p:nvPr>
            <p:ph idx="1" type="body"/>
          </p:nvPr>
        </p:nvSpPr>
        <p:spPr>
          <a:xfrm>
            <a:off x="525465" y="1296989"/>
            <a:ext cx="23364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accent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/>
        </p:txBody>
      </p:sp>
      <p:sp>
        <p:nvSpPr>
          <p:cNvPr id="220" name="Google Shape;220;p15"/>
          <p:cNvSpPr txBox="1"/>
          <p:nvPr>
            <p:ph idx="2" type="body"/>
          </p:nvPr>
        </p:nvSpPr>
        <p:spPr>
          <a:xfrm>
            <a:off x="525466" y="1891129"/>
            <a:ext cx="2336488" cy="3685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/>
        </p:txBody>
      </p:sp>
      <p:cxnSp>
        <p:nvCxnSpPr>
          <p:cNvPr id="221" name="Google Shape;221;p15"/>
          <p:cNvCxnSpPr/>
          <p:nvPr/>
        </p:nvCxnSpPr>
        <p:spPr>
          <a:xfrm>
            <a:off x="3176146" y="1296989"/>
            <a:ext cx="0" cy="4889499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22" name="Google Shape;222;p15"/>
          <p:cNvCxnSpPr/>
          <p:nvPr/>
        </p:nvCxnSpPr>
        <p:spPr>
          <a:xfrm>
            <a:off x="6141018" y="1296989"/>
            <a:ext cx="0" cy="4889499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23" name="Google Shape;223;p15"/>
          <p:cNvSpPr txBox="1"/>
          <p:nvPr>
            <p:ph idx="3" type="body"/>
          </p:nvPr>
        </p:nvSpPr>
        <p:spPr>
          <a:xfrm>
            <a:off x="525464" y="5821363"/>
            <a:ext cx="23369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7F7F7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/>
        </p:txBody>
      </p:sp>
      <p:cxnSp>
        <p:nvCxnSpPr>
          <p:cNvPr id="224" name="Google Shape;224;p15"/>
          <p:cNvCxnSpPr/>
          <p:nvPr/>
        </p:nvCxnSpPr>
        <p:spPr>
          <a:xfrm>
            <a:off x="9105890" y="1296989"/>
            <a:ext cx="0" cy="4889499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25" name="Google Shape;225;p15"/>
          <p:cNvSpPr txBox="1"/>
          <p:nvPr>
            <p:ph idx="4" type="body"/>
          </p:nvPr>
        </p:nvSpPr>
        <p:spPr>
          <a:xfrm>
            <a:off x="3490338" y="1891129"/>
            <a:ext cx="2336488" cy="3685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/>
        </p:txBody>
      </p:sp>
      <p:sp>
        <p:nvSpPr>
          <p:cNvPr id="226" name="Google Shape;226;p15"/>
          <p:cNvSpPr txBox="1"/>
          <p:nvPr>
            <p:ph idx="5" type="body"/>
          </p:nvPr>
        </p:nvSpPr>
        <p:spPr>
          <a:xfrm>
            <a:off x="6455210" y="1891129"/>
            <a:ext cx="2336488" cy="3685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/>
        </p:txBody>
      </p:sp>
      <p:sp>
        <p:nvSpPr>
          <p:cNvPr id="227" name="Google Shape;227;p15"/>
          <p:cNvSpPr txBox="1"/>
          <p:nvPr>
            <p:ph idx="6" type="body"/>
          </p:nvPr>
        </p:nvSpPr>
        <p:spPr>
          <a:xfrm>
            <a:off x="9420085" y="1891129"/>
            <a:ext cx="2336488" cy="3685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/>
        </p:txBody>
      </p:sp>
      <p:sp>
        <p:nvSpPr>
          <p:cNvPr id="228" name="Google Shape;228;p15"/>
          <p:cNvSpPr txBox="1"/>
          <p:nvPr>
            <p:ph idx="7" type="body"/>
          </p:nvPr>
        </p:nvSpPr>
        <p:spPr>
          <a:xfrm>
            <a:off x="3470545" y="1296989"/>
            <a:ext cx="23364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accent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/>
        </p:txBody>
      </p:sp>
      <p:sp>
        <p:nvSpPr>
          <p:cNvPr id="229" name="Google Shape;229;p15"/>
          <p:cNvSpPr txBox="1"/>
          <p:nvPr>
            <p:ph idx="8" type="body"/>
          </p:nvPr>
        </p:nvSpPr>
        <p:spPr>
          <a:xfrm>
            <a:off x="6451252" y="1296989"/>
            <a:ext cx="23364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accent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/>
        </p:txBody>
      </p:sp>
      <p:sp>
        <p:nvSpPr>
          <p:cNvPr id="230" name="Google Shape;230;p15"/>
          <p:cNvSpPr txBox="1"/>
          <p:nvPr>
            <p:ph idx="9" type="body"/>
          </p:nvPr>
        </p:nvSpPr>
        <p:spPr>
          <a:xfrm>
            <a:off x="9420083" y="1296989"/>
            <a:ext cx="23364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accent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/>
        </p:txBody>
      </p:sp>
      <p:sp>
        <p:nvSpPr>
          <p:cNvPr id="231" name="Google Shape;231;p15"/>
          <p:cNvSpPr txBox="1"/>
          <p:nvPr>
            <p:ph idx="13" type="body"/>
          </p:nvPr>
        </p:nvSpPr>
        <p:spPr>
          <a:xfrm>
            <a:off x="3470544" y="5821363"/>
            <a:ext cx="23369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7F7F7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/>
        </p:txBody>
      </p:sp>
      <p:sp>
        <p:nvSpPr>
          <p:cNvPr id="232" name="Google Shape;232;p15"/>
          <p:cNvSpPr txBox="1"/>
          <p:nvPr>
            <p:ph idx="14" type="body"/>
          </p:nvPr>
        </p:nvSpPr>
        <p:spPr>
          <a:xfrm>
            <a:off x="6451251" y="5821363"/>
            <a:ext cx="23369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7F7F7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/>
        </p:txBody>
      </p:sp>
      <p:sp>
        <p:nvSpPr>
          <p:cNvPr id="233" name="Google Shape;233;p15"/>
          <p:cNvSpPr txBox="1"/>
          <p:nvPr>
            <p:ph idx="15" type="body"/>
          </p:nvPr>
        </p:nvSpPr>
        <p:spPr>
          <a:xfrm>
            <a:off x="9420082" y="5821363"/>
            <a:ext cx="23369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7F7F7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/>
        </p:txBody>
      </p:sp>
      <p:sp>
        <p:nvSpPr>
          <p:cNvPr id="234" name="Google Shape;234;p15"/>
          <p:cNvSpPr txBox="1"/>
          <p:nvPr>
            <p:ph idx="12" type="sldNum"/>
          </p:nvPr>
        </p:nvSpPr>
        <p:spPr>
          <a:xfrm>
            <a:off x="10330249" y="6415503"/>
            <a:ext cx="1577824" cy="2519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1050">
                <a:solidFill>
                  <a:srgbClr val="CDCCCC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rtl="0" algn="r">
              <a:spcBef>
                <a:spcPts val="0"/>
              </a:spcBef>
              <a:buNone/>
              <a:defRPr sz="1050">
                <a:solidFill>
                  <a:srgbClr val="CDCCCC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rtl="0" algn="r">
              <a:spcBef>
                <a:spcPts val="0"/>
              </a:spcBef>
              <a:buNone/>
              <a:defRPr sz="1050">
                <a:solidFill>
                  <a:srgbClr val="CDCCCC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rtl="0" algn="r">
              <a:spcBef>
                <a:spcPts val="0"/>
              </a:spcBef>
              <a:buNone/>
              <a:defRPr sz="1050">
                <a:solidFill>
                  <a:srgbClr val="CDCCCC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rtl="0" algn="r">
              <a:spcBef>
                <a:spcPts val="0"/>
              </a:spcBef>
              <a:buNone/>
              <a:defRPr sz="1050">
                <a:solidFill>
                  <a:srgbClr val="CDCCCC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rtl="0" algn="r">
              <a:spcBef>
                <a:spcPts val="0"/>
              </a:spcBef>
              <a:buNone/>
              <a:defRPr sz="1050">
                <a:solidFill>
                  <a:srgbClr val="CDCCCC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rtl="0" algn="r">
              <a:spcBef>
                <a:spcPts val="0"/>
              </a:spcBef>
              <a:buNone/>
              <a:defRPr sz="1050">
                <a:solidFill>
                  <a:srgbClr val="CDCCCC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rtl="0" algn="r">
              <a:spcBef>
                <a:spcPts val="0"/>
              </a:spcBef>
              <a:buNone/>
              <a:defRPr sz="1050">
                <a:solidFill>
                  <a:srgbClr val="CDCCCC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rtl="0" algn="r">
              <a:spcBef>
                <a:spcPts val="0"/>
              </a:spcBef>
              <a:buNone/>
              <a:defRPr sz="1050">
                <a:solidFill>
                  <a:srgbClr val="CDCCCC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fptsoftware.com |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5" name="Google Shape;235;p15"/>
          <p:cNvSpPr txBox="1"/>
          <p:nvPr/>
        </p:nvSpPr>
        <p:spPr>
          <a:xfrm>
            <a:off x="525780" y="6415503"/>
            <a:ext cx="4114800" cy="2519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CDCC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© Copyright FPT – Level of Confidentiality </a:t>
            </a:r>
            <a:endParaRPr sz="1050">
              <a:solidFill>
                <a:srgbClr val="CDCCCC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Columns Stacked">
  <p:cSld name="4 Columns Stacked"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3175"/>
            <a:ext cx="12192000" cy="95885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16"/>
          <p:cNvSpPr txBox="1"/>
          <p:nvPr>
            <p:ph type="title"/>
          </p:nvPr>
        </p:nvSpPr>
        <p:spPr>
          <a:xfrm>
            <a:off x="525780" y="190527"/>
            <a:ext cx="10515600" cy="7110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Quattrocento Sans"/>
              <a:buNone/>
              <a:defRPr sz="28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9" name="Google Shape;239;p16"/>
          <p:cNvSpPr/>
          <p:nvPr/>
        </p:nvSpPr>
        <p:spPr>
          <a:xfrm>
            <a:off x="-426720" y="1118429"/>
            <a:ext cx="266700" cy="685815"/>
          </a:xfrm>
          <a:prstGeom prst="roundRect">
            <a:avLst>
              <a:gd fmla="val 8511" name="adj"/>
            </a:avLst>
          </a:prstGeom>
          <a:solidFill>
            <a:srgbClr val="034E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40" name="Google Shape;240;p16"/>
          <p:cNvSpPr/>
          <p:nvPr/>
        </p:nvSpPr>
        <p:spPr>
          <a:xfrm>
            <a:off x="-426720" y="1914296"/>
            <a:ext cx="266700" cy="685815"/>
          </a:xfrm>
          <a:prstGeom prst="roundRect">
            <a:avLst>
              <a:gd fmla="val 8511" name="adj"/>
            </a:avLst>
          </a:prstGeom>
          <a:solidFill>
            <a:srgbClr val="19226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41" name="Google Shape;241;p16"/>
          <p:cNvSpPr/>
          <p:nvPr/>
        </p:nvSpPr>
        <p:spPr>
          <a:xfrm>
            <a:off x="-426720" y="2710163"/>
            <a:ext cx="266700" cy="685815"/>
          </a:xfrm>
          <a:prstGeom prst="roundRect">
            <a:avLst>
              <a:gd fmla="val 8511" name="adj"/>
            </a:avLst>
          </a:prstGeom>
          <a:solidFill>
            <a:srgbClr val="33B2C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42" name="Google Shape;242;p16"/>
          <p:cNvSpPr/>
          <p:nvPr/>
        </p:nvSpPr>
        <p:spPr>
          <a:xfrm>
            <a:off x="-426720" y="3506030"/>
            <a:ext cx="266700" cy="685815"/>
          </a:xfrm>
          <a:prstGeom prst="roundRect">
            <a:avLst>
              <a:gd fmla="val 8511" name="adj"/>
            </a:avLst>
          </a:prstGeom>
          <a:solidFill>
            <a:srgbClr val="50B84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43" name="Google Shape;243;p16"/>
          <p:cNvSpPr/>
          <p:nvPr/>
        </p:nvSpPr>
        <p:spPr>
          <a:xfrm>
            <a:off x="-426720" y="4301897"/>
            <a:ext cx="266700" cy="685815"/>
          </a:xfrm>
          <a:prstGeom prst="roundRect">
            <a:avLst>
              <a:gd fmla="val 8511" name="adj"/>
            </a:avLst>
          </a:prstGeom>
          <a:solidFill>
            <a:srgbClr val="F3712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44" name="Google Shape;244;p16"/>
          <p:cNvSpPr/>
          <p:nvPr/>
        </p:nvSpPr>
        <p:spPr>
          <a:xfrm>
            <a:off x="-426720" y="5097764"/>
            <a:ext cx="266700" cy="685815"/>
          </a:xfrm>
          <a:prstGeom prst="roundRect">
            <a:avLst>
              <a:gd fmla="val 8511" name="adj"/>
            </a:avLst>
          </a:prstGeom>
          <a:solidFill>
            <a:srgbClr val="E4E5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45" name="Google Shape;245;p16"/>
          <p:cNvSpPr/>
          <p:nvPr/>
        </p:nvSpPr>
        <p:spPr>
          <a:xfrm>
            <a:off x="-426720" y="5893631"/>
            <a:ext cx="266700" cy="685815"/>
          </a:xfrm>
          <a:prstGeom prst="roundRect">
            <a:avLst>
              <a:gd fmla="val 8511" name="adj"/>
            </a:avLst>
          </a:prstGeom>
          <a:solidFill>
            <a:srgbClr val="B5B5B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46" name="Google Shape;246;p16"/>
          <p:cNvSpPr txBox="1"/>
          <p:nvPr>
            <p:ph idx="1" type="body"/>
          </p:nvPr>
        </p:nvSpPr>
        <p:spPr>
          <a:xfrm>
            <a:off x="525466" y="3794641"/>
            <a:ext cx="2565464" cy="2349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/>
        </p:txBody>
      </p:sp>
      <p:sp>
        <p:nvSpPr>
          <p:cNvPr id="247" name="Google Shape;247;p16"/>
          <p:cNvSpPr txBox="1"/>
          <p:nvPr>
            <p:ph idx="2" type="body"/>
          </p:nvPr>
        </p:nvSpPr>
        <p:spPr>
          <a:xfrm>
            <a:off x="3388869" y="3794641"/>
            <a:ext cx="2565464" cy="2349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/>
        </p:txBody>
      </p:sp>
      <p:sp>
        <p:nvSpPr>
          <p:cNvPr id="248" name="Google Shape;248;p16"/>
          <p:cNvSpPr txBox="1"/>
          <p:nvPr>
            <p:ph idx="3" type="body"/>
          </p:nvPr>
        </p:nvSpPr>
        <p:spPr>
          <a:xfrm>
            <a:off x="6252272" y="3794641"/>
            <a:ext cx="2565464" cy="2349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/>
        </p:txBody>
      </p:sp>
      <p:sp>
        <p:nvSpPr>
          <p:cNvPr id="249" name="Google Shape;249;p16"/>
          <p:cNvSpPr txBox="1"/>
          <p:nvPr>
            <p:ph idx="4" type="body"/>
          </p:nvPr>
        </p:nvSpPr>
        <p:spPr>
          <a:xfrm>
            <a:off x="9115674" y="3794641"/>
            <a:ext cx="2565464" cy="2349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/>
        </p:txBody>
      </p:sp>
      <p:sp>
        <p:nvSpPr>
          <p:cNvPr id="250" name="Google Shape;250;p16"/>
          <p:cNvSpPr txBox="1"/>
          <p:nvPr>
            <p:ph idx="5" type="body"/>
          </p:nvPr>
        </p:nvSpPr>
        <p:spPr>
          <a:xfrm>
            <a:off x="525463" y="1296989"/>
            <a:ext cx="11155675" cy="5072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3200"/>
              <a:buFont typeface="Arial"/>
              <a:buNone/>
              <a:defRPr b="1" i="0" sz="3200" u="none" cap="none" strike="noStrike">
                <a:solidFill>
                  <a:schemeClr val="accent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/>
        </p:txBody>
      </p:sp>
      <p:sp>
        <p:nvSpPr>
          <p:cNvPr id="251" name="Google Shape;251;p16"/>
          <p:cNvSpPr txBox="1"/>
          <p:nvPr>
            <p:ph idx="6" type="body"/>
          </p:nvPr>
        </p:nvSpPr>
        <p:spPr>
          <a:xfrm>
            <a:off x="525463" y="2092855"/>
            <a:ext cx="11155675" cy="14131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/>
        </p:txBody>
      </p:sp>
      <p:sp>
        <p:nvSpPr>
          <p:cNvPr id="252" name="Google Shape;252;p16"/>
          <p:cNvSpPr txBox="1"/>
          <p:nvPr>
            <p:ph idx="12" type="sldNum"/>
          </p:nvPr>
        </p:nvSpPr>
        <p:spPr>
          <a:xfrm>
            <a:off x="10330249" y="6415503"/>
            <a:ext cx="1577824" cy="2519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1050">
                <a:solidFill>
                  <a:srgbClr val="CDCCCC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rtl="0" algn="r">
              <a:spcBef>
                <a:spcPts val="0"/>
              </a:spcBef>
              <a:buNone/>
              <a:defRPr sz="1050">
                <a:solidFill>
                  <a:srgbClr val="CDCCCC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rtl="0" algn="r">
              <a:spcBef>
                <a:spcPts val="0"/>
              </a:spcBef>
              <a:buNone/>
              <a:defRPr sz="1050">
                <a:solidFill>
                  <a:srgbClr val="CDCCCC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rtl="0" algn="r">
              <a:spcBef>
                <a:spcPts val="0"/>
              </a:spcBef>
              <a:buNone/>
              <a:defRPr sz="1050">
                <a:solidFill>
                  <a:srgbClr val="CDCCCC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rtl="0" algn="r">
              <a:spcBef>
                <a:spcPts val="0"/>
              </a:spcBef>
              <a:buNone/>
              <a:defRPr sz="1050">
                <a:solidFill>
                  <a:srgbClr val="CDCCCC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rtl="0" algn="r">
              <a:spcBef>
                <a:spcPts val="0"/>
              </a:spcBef>
              <a:buNone/>
              <a:defRPr sz="1050">
                <a:solidFill>
                  <a:srgbClr val="CDCCCC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rtl="0" algn="r">
              <a:spcBef>
                <a:spcPts val="0"/>
              </a:spcBef>
              <a:buNone/>
              <a:defRPr sz="1050">
                <a:solidFill>
                  <a:srgbClr val="CDCCCC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rtl="0" algn="r">
              <a:spcBef>
                <a:spcPts val="0"/>
              </a:spcBef>
              <a:buNone/>
              <a:defRPr sz="1050">
                <a:solidFill>
                  <a:srgbClr val="CDCCCC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rtl="0" algn="r">
              <a:spcBef>
                <a:spcPts val="0"/>
              </a:spcBef>
              <a:buNone/>
              <a:defRPr sz="1050">
                <a:solidFill>
                  <a:srgbClr val="CDCCCC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fptsoftware.com |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3" name="Google Shape;253;p16"/>
          <p:cNvSpPr txBox="1"/>
          <p:nvPr/>
        </p:nvSpPr>
        <p:spPr>
          <a:xfrm>
            <a:off x="525780" y="6415503"/>
            <a:ext cx="4114800" cy="2519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CDCC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© Copyright FPT – Level of Confidentiality </a:t>
            </a:r>
            <a:endParaRPr sz="1050">
              <a:solidFill>
                <a:srgbClr val="CDCCCC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Rows">
  <p:cSld name="2 Rows"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5" name="Google Shape;255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3175"/>
            <a:ext cx="12192000" cy="958850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17"/>
          <p:cNvSpPr txBox="1"/>
          <p:nvPr>
            <p:ph type="title"/>
          </p:nvPr>
        </p:nvSpPr>
        <p:spPr>
          <a:xfrm>
            <a:off x="525780" y="190527"/>
            <a:ext cx="10515600" cy="7110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Quattrocento Sans"/>
              <a:buNone/>
              <a:defRPr sz="28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7" name="Google Shape;257;p17"/>
          <p:cNvSpPr/>
          <p:nvPr/>
        </p:nvSpPr>
        <p:spPr>
          <a:xfrm>
            <a:off x="-426720" y="1118429"/>
            <a:ext cx="266700" cy="685815"/>
          </a:xfrm>
          <a:prstGeom prst="roundRect">
            <a:avLst>
              <a:gd fmla="val 8511" name="adj"/>
            </a:avLst>
          </a:prstGeom>
          <a:solidFill>
            <a:srgbClr val="034E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58" name="Google Shape;258;p17"/>
          <p:cNvSpPr/>
          <p:nvPr/>
        </p:nvSpPr>
        <p:spPr>
          <a:xfrm>
            <a:off x="-426720" y="1914296"/>
            <a:ext cx="266700" cy="685815"/>
          </a:xfrm>
          <a:prstGeom prst="roundRect">
            <a:avLst>
              <a:gd fmla="val 8511" name="adj"/>
            </a:avLst>
          </a:prstGeom>
          <a:solidFill>
            <a:srgbClr val="19226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59" name="Google Shape;259;p17"/>
          <p:cNvSpPr/>
          <p:nvPr/>
        </p:nvSpPr>
        <p:spPr>
          <a:xfrm>
            <a:off x="-426720" y="2710163"/>
            <a:ext cx="266700" cy="685815"/>
          </a:xfrm>
          <a:prstGeom prst="roundRect">
            <a:avLst>
              <a:gd fmla="val 8511" name="adj"/>
            </a:avLst>
          </a:prstGeom>
          <a:solidFill>
            <a:srgbClr val="33B2C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60" name="Google Shape;260;p17"/>
          <p:cNvSpPr/>
          <p:nvPr/>
        </p:nvSpPr>
        <p:spPr>
          <a:xfrm>
            <a:off x="-426720" y="3506030"/>
            <a:ext cx="266700" cy="685815"/>
          </a:xfrm>
          <a:prstGeom prst="roundRect">
            <a:avLst>
              <a:gd fmla="val 8511" name="adj"/>
            </a:avLst>
          </a:prstGeom>
          <a:solidFill>
            <a:srgbClr val="50B84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61" name="Google Shape;261;p17"/>
          <p:cNvSpPr/>
          <p:nvPr/>
        </p:nvSpPr>
        <p:spPr>
          <a:xfrm>
            <a:off x="-426720" y="4301897"/>
            <a:ext cx="266700" cy="685815"/>
          </a:xfrm>
          <a:prstGeom prst="roundRect">
            <a:avLst>
              <a:gd fmla="val 8511" name="adj"/>
            </a:avLst>
          </a:prstGeom>
          <a:solidFill>
            <a:srgbClr val="F3712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62" name="Google Shape;262;p17"/>
          <p:cNvSpPr/>
          <p:nvPr/>
        </p:nvSpPr>
        <p:spPr>
          <a:xfrm>
            <a:off x="-426720" y="5097764"/>
            <a:ext cx="266700" cy="685815"/>
          </a:xfrm>
          <a:prstGeom prst="roundRect">
            <a:avLst>
              <a:gd fmla="val 8511" name="adj"/>
            </a:avLst>
          </a:prstGeom>
          <a:solidFill>
            <a:srgbClr val="E4E5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63" name="Google Shape;263;p17"/>
          <p:cNvSpPr/>
          <p:nvPr/>
        </p:nvSpPr>
        <p:spPr>
          <a:xfrm>
            <a:off x="-426720" y="5893631"/>
            <a:ext cx="266700" cy="685815"/>
          </a:xfrm>
          <a:prstGeom prst="roundRect">
            <a:avLst>
              <a:gd fmla="val 8511" name="adj"/>
            </a:avLst>
          </a:prstGeom>
          <a:solidFill>
            <a:srgbClr val="B5B5B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64" name="Google Shape;264;p17"/>
          <p:cNvSpPr txBox="1"/>
          <p:nvPr>
            <p:ph idx="1" type="body"/>
          </p:nvPr>
        </p:nvSpPr>
        <p:spPr>
          <a:xfrm>
            <a:off x="525465" y="1296988"/>
            <a:ext cx="2011670" cy="12015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800"/>
              <a:buFont typeface="Arial"/>
              <a:buNone/>
              <a:defRPr b="1" i="0" sz="2800" u="none" cap="none" strike="noStrike">
                <a:solidFill>
                  <a:schemeClr val="accent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/>
        </p:txBody>
      </p:sp>
      <p:sp>
        <p:nvSpPr>
          <p:cNvPr id="265" name="Google Shape;265;p17"/>
          <p:cNvSpPr txBox="1"/>
          <p:nvPr>
            <p:ph idx="2" type="body"/>
          </p:nvPr>
        </p:nvSpPr>
        <p:spPr>
          <a:xfrm>
            <a:off x="2830782" y="1296987"/>
            <a:ext cx="8835751" cy="19356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/>
        </p:txBody>
      </p:sp>
      <p:cxnSp>
        <p:nvCxnSpPr>
          <p:cNvPr id="266" name="Google Shape;266;p17"/>
          <p:cNvCxnSpPr/>
          <p:nvPr/>
        </p:nvCxnSpPr>
        <p:spPr>
          <a:xfrm rot="10800000">
            <a:off x="525465" y="3647941"/>
            <a:ext cx="11141068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67" name="Google Shape;267;p17"/>
          <p:cNvSpPr txBox="1"/>
          <p:nvPr>
            <p:ph idx="3" type="body"/>
          </p:nvPr>
        </p:nvSpPr>
        <p:spPr>
          <a:xfrm>
            <a:off x="2830782" y="4084521"/>
            <a:ext cx="8835751" cy="19356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/>
        </p:txBody>
      </p:sp>
      <p:sp>
        <p:nvSpPr>
          <p:cNvPr id="268" name="Google Shape;268;p17"/>
          <p:cNvSpPr txBox="1"/>
          <p:nvPr>
            <p:ph idx="4" type="body"/>
          </p:nvPr>
        </p:nvSpPr>
        <p:spPr>
          <a:xfrm>
            <a:off x="525464" y="2698768"/>
            <a:ext cx="2011670" cy="5483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7F7F7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/>
        </p:txBody>
      </p:sp>
      <p:sp>
        <p:nvSpPr>
          <p:cNvPr id="269" name="Google Shape;269;p17"/>
          <p:cNvSpPr txBox="1"/>
          <p:nvPr>
            <p:ph idx="5" type="body"/>
          </p:nvPr>
        </p:nvSpPr>
        <p:spPr>
          <a:xfrm>
            <a:off x="525465" y="4078825"/>
            <a:ext cx="2011670" cy="12015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800"/>
              <a:buFont typeface="Arial"/>
              <a:buNone/>
              <a:defRPr b="1" i="0" sz="2800" u="none" cap="none" strike="noStrike">
                <a:solidFill>
                  <a:schemeClr val="accent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/>
        </p:txBody>
      </p:sp>
      <p:sp>
        <p:nvSpPr>
          <p:cNvPr id="270" name="Google Shape;270;p17"/>
          <p:cNvSpPr txBox="1"/>
          <p:nvPr>
            <p:ph idx="6" type="body"/>
          </p:nvPr>
        </p:nvSpPr>
        <p:spPr>
          <a:xfrm>
            <a:off x="525464" y="5480605"/>
            <a:ext cx="2011670" cy="5483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7F7F7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/>
        </p:txBody>
      </p:sp>
      <p:sp>
        <p:nvSpPr>
          <p:cNvPr id="271" name="Google Shape;271;p17"/>
          <p:cNvSpPr txBox="1"/>
          <p:nvPr>
            <p:ph idx="12" type="sldNum"/>
          </p:nvPr>
        </p:nvSpPr>
        <p:spPr>
          <a:xfrm>
            <a:off x="10330249" y="6415503"/>
            <a:ext cx="1577824" cy="2519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1050">
                <a:solidFill>
                  <a:srgbClr val="CDCCCC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rtl="0" algn="r">
              <a:spcBef>
                <a:spcPts val="0"/>
              </a:spcBef>
              <a:buNone/>
              <a:defRPr sz="1050">
                <a:solidFill>
                  <a:srgbClr val="CDCCCC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rtl="0" algn="r">
              <a:spcBef>
                <a:spcPts val="0"/>
              </a:spcBef>
              <a:buNone/>
              <a:defRPr sz="1050">
                <a:solidFill>
                  <a:srgbClr val="CDCCCC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rtl="0" algn="r">
              <a:spcBef>
                <a:spcPts val="0"/>
              </a:spcBef>
              <a:buNone/>
              <a:defRPr sz="1050">
                <a:solidFill>
                  <a:srgbClr val="CDCCCC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rtl="0" algn="r">
              <a:spcBef>
                <a:spcPts val="0"/>
              </a:spcBef>
              <a:buNone/>
              <a:defRPr sz="1050">
                <a:solidFill>
                  <a:srgbClr val="CDCCCC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rtl="0" algn="r">
              <a:spcBef>
                <a:spcPts val="0"/>
              </a:spcBef>
              <a:buNone/>
              <a:defRPr sz="1050">
                <a:solidFill>
                  <a:srgbClr val="CDCCCC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rtl="0" algn="r">
              <a:spcBef>
                <a:spcPts val="0"/>
              </a:spcBef>
              <a:buNone/>
              <a:defRPr sz="1050">
                <a:solidFill>
                  <a:srgbClr val="CDCCCC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rtl="0" algn="r">
              <a:spcBef>
                <a:spcPts val="0"/>
              </a:spcBef>
              <a:buNone/>
              <a:defRPr sz="1050">
                <a:solidFill>
                  <a:srgbClr val="CDCCCC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rtl="0" algn="r">
              <a:spcBef>
                <a:spcPts val="0"/>
              </a:spcBef>
              <a:buNone/>
              <a:defRPr sz="1050">
                <a:solidFill>
                  <a:srgbClr val="CDCCCC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fptsoftware.com |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2" name="Google Shape;272;p17"/>
          <p:cNvSpPr txBox="1"/>
          <p:nvPr/>
        </p:nvSpPr>
        <p:spPr>
          <a:xfrm>
            <a:off x="525780" y="6415503"/>
            <a:ext cx="4114800" cy="2519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CDCC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© Copyright FPT – Level of Confidentiality </a:t>
            </a:r>
            <a:endParaRPr sz="1050">
              <a:solidFill>
                <a:srgbClr val="CDCCCC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Rows">
  <p:cSld name="3 Rows"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4" name="Google Shape;274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3175"/>
            <a:ext cx="12192000" cy="958850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18"/>
          <p:cNvSpPr txBox="1"/>
          <p:nvPr>
            <p:ph type="title"/>
          </p:nvPr>
        </p:nvSpPr>
        <p:spPr>
          <a:xfrm>
            <a:off x="525780" y="190527"/>
            <a:ext cx="10515600" cy="7110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Quattrocento Sans"/>
              <a:buNone/>
              <a:defRPr sz="28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6" name="Google Shape;276;p18"/>
          <p:cNvSpPr/>
          <p:nvPr/>
        </p:nvSpPr>
        <p:spPr>
          <a:xfrm>
            <a:off x="-426720" y="1118429"/>
            <a:ext cx="266700" cy="685815"/>
          </a:xfrm>
          <a:prstGeom prst="roundRect">
            <a:avLst>
              <a:gd fmla="val 8511" name="adj"/>
            </a:avLst>
          </a:prstGeom>
          <a:solidFill>
            <a:srgbClr val="034E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77" name="Google Shape;277;p18"/>
          <p:cNvSpPr/>
          <p:nvPr/>
        </p:nvSpPr>
        <p:spPr>
          <a:xfrm>
            <a:off x="-426720" y="1914296"/>
            <a:ext cx="266700" cy="685815"/>
          </a:xfrm>
          <a:prstGeom prst="roundRect">
            <a:avLst>
              <a:gd fmla="val 8511" name="adj"/>
            </a:avLst>
          </a:prstGeom>
          <a:solidFill>
            <a:srgbClr val="19226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78" name="Google Shape;278;p18"/>
          <p:cNvSpPr/>
          <p:nvPr/>
        </p:nvSpPr>
        <p:spPr>
          <a:xfrm>
            <a:off x="-426720" y="2710163"/>
            <a:ext cx="266700" cy="685815"/>
          </a:xfrm>
          <a:prstGeom prst="roundRect">
            <a:avLst>
              <a:gd fmla="val 8511" name="adj"/>
            </a:avLst>
          </a:prstGeom>
          <a:solidFill>
            <a:srgbClr val="33B2C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79" name="Google Shape;279;p18"/>
          <p:cNvSpPr/>
          <p:nvPr/>
        </p:nvSpPr>
        <p:spPr>
          <a:xfrm>
            <a:off x="-426720" y="3506030"/>
            <a:ext cx="266700" cy="685815"/>
          </a:xfrm>
          <a:prstGeom prst="roundRect">
            <a:avLst>
              <a:gd fmla="val 8511" name="adj"/>
            </a:avLst>
          </a:prstGeom>
          <a:solidFill>
            <a:srgbClr val="50B84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80" name="Google Shape;280;p18"/>
          <p:cNvSpPr/>
          <p:nvPr/>
        </p:nvSpPr>
        <p:spPr>
          <a:xfrm>
            <a:off x="-426720" y="4301897"/>
            <a:ext cx="266700" cy="685815"/>
          </a:xfrm>
          <a:prstGeom prst="roundRect">
            <a:avLst>
              <a:gd fmla="val 8511" name="adj"/>
            </a:avLst>
          </a:prstGeom>
          <a:solidFill>
            <a:srgbClr val="F3712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81" name="Google Shape;281;p18"/>
          <p:cNvSpPr/>
          <p:nvPr/>
        </p:nvSpPr>
        <p:spPr>
          <a:xfrm>
            <a:off x="-426720" y="5097764"/>
            <a:ext cx="266700" cy="685815"/>
          </a:xfrm>
          <a:prstGeom prst="roundRect">
            <a:avLst>
              <a:gd fmla="val 8511" name="adj"/>
            </a:avLst>
          </a:prstGeom>
          <a:solidFill>
            <a:srgbClr val="E4E5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82" name="Google Shape;282;p18"/>
          <p:cNvSpPr/>
          <p:nvPr/>
        </p:nvSpPr>
        <p:spPr>
          <a:xfrm>
            <a:off x="-426720" y="5893631"/>
            <a:ext cx="266700" cy="685815"/>
          </a:xfrm>
          <a:prstGeom prst="roundRect">
            <a:avLst>
              <a:gd fmla="val 8511" name="adj"/>
            </a:avLst>
          </a:prstGeom>
          <a:solidFill>
            <a:srgbClr val="B5B5B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83" name="Google Shape;283;p18"/>
          <p:cNvSpPr txBox="1"/>
          <p:nvPr>
            <p:ph idx="1" type="body"/>
          </p:nvPr>
        </p:nvSpPr>
        <p:spPr>
          <a:xfrm>
            <a:off x="525465" y="1296988"/>
            <a:ext cx="2011670" cy="12015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800"/>
              <a:buFont typeface="Arial"/>
              <a:buNone/>
              <a:defRPr b="1" i="0" sz="2800" u="none" cap="none" strike="noStrike">
                <a:solidFill>
                  <a:schemeClr val="accent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/>
        </p:txBody>
      </p:sp>
      <p:sp>
        <p:nvSpPr>
          <p:cNvPr id="284" name="Google Shape;284;p18"/>
          <p:cNvSpPr txBox="1"/>
          <p:nvPr>
            <p:ph idx="2" type="body"/>
          </p:nvPr>
        </p:nvSpPr>
        <p:spPr>
          <a:xfrm>
            <a:off x="2830782" y="1296988"/>
            <a:ext cx="8835751" cy="12015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/>
        </p:txBody>
      </p:sp>
      <p:cxnSp>
        <p:nvCxnSpPr>
          <p:cNvPr id="285" name="Google Shape;285;p18"/>
          <p:cNvCxnSpPr/>
          <p:nvPr/>
        </p:nvCxnSpPr>
        <p:spPr>
          <a:xfrm rot="10800000">
            <a:off x="525465" y="2816998"/>
            <a:ext cx="11141068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86" name="Google Shape;286;p18"/>
          <p:cNvSpPr txBox="1"/>
          <p:nvPr>
            <p:ph idx="3" type="body"/>
          </p:nvPr>
        </p:nvSpPr>
        <p:spPr>
          <a:xfrm>
            <a:off x="2830782" y="3138341"/>
            <a:ext cx="8835751" cy="11958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/>
        </p:txBody>
      </p:sp>
      <p:sp>
        <p:nvSpPr>
          <p:cNvPr id="287" name="Google Shape;287;p18"/>
          <p:cNvSpPr txBox="1"/>
          <p:nvPr>
            <p:ph idx="4" type="body"/>
          </p:nvPr>
        </p:nvSpPr>
        <p:spPr>
          <a:xfrm>
            <a:off x="525465" y="3135493"/>
            <a:ext cx="2011670" cy="12015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800"/>
              <a:buFont typeface="Arial"/>
              <a:buNone/>
              <a:defRPr b="1" i="0" sz="2800" u="none" cap="none" strike="noStrike">
                <a:solidFill>
                  <a:schemeClr val="accent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/>
        </p:txBody>
      </p:sp>
      <p:cxnSp>
        <p:nvCxnSpPr>
          <p:cNvPr id="288" name="Google Shape;288;p18"/>
          <p:cNvCxnSpPr/>
          <p:nvPr/>
        </p:nvCxnSpPr>
        <p:spPr>
          <a:xfrm rot="10800000">
            <a:off x="525465" y="4655503"/>
            <a:ext cx="11141068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89" name="Google Shape;289;p18"/>
          <p:cNvSpPr txBox="1"/>
          <p:nvPr>
            <p:ph idx="5" type="body"/>
          </p:nvPr>
        </p:nvSpPr>
        <p:spPr>
          <a:xfrm>
            <a:off x="2830782" y="4979695"/>
            <a:ext cx="8835751" cy="11958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/>
        </p:txBody>
      </p:sp>
      <p:sp>
        <p:nvSpPr>
          <p:cNvPr id="290" name="Google Shape;290;p18"/>
          <p:cNvSpPr txBox="1"/>
          <p:nvPr>
            <p:ph idx="6" type="body"/>
          </p:nvPr>
        </p:nvSpPr>
        <p:spPr>
          <a:xfrm>
            <a:off x="525465" y="4973998"/>
            <a:ext cx="2011670" cy="12015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800"/>
              <a:buFont typeface="Arial"/>
              <a:buNone/>
              <a:defRPr b="1" i="0" sz="2800" u="none" cap="none" strike="noStrike">
                <a:solidFill>
                  <a:schemeClr val="accent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/>
        </p:txBody>
      </p:sp>
      <p:sp>
        <p:nvSpPr>
          <p:cNvPr id="291" name="Google Shape;291;p18"/>
          <p:cNvSpPr txBox="1"/>
          <p:nvPr>
            <p:ph idx="12" type="sldNum"/>
          </p:nvPr>
        </p:nvSpPr>
        <p:spPr>
          <a:xfrm>
            <a:off x="10330249" y="6415503"/>
            <a:ext cx="1577824" cy="2519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1050">
                <a:solidFill>
                  <a:srgbClr val="CDCCCC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rtl="0" algn="r">
              <a:spcBef>
                <a:spcPts val="0"/>
              </a:spcBef>
              <a:buNone/>
              <a:defRPr sz="1050">
                <a:solidFill>
                  <a:srgbClr val="CDCCCC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rtl="0" algn="r">
              <a:spcBef>
                <a:spcPts val="0"/>
              </a:spcBef>
              <a:buNone/>
              <a:defRPr sz="1050">
                <a:solidFill>
                  <a:srgbClr val="CDCCCC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rtl="0" algn="r">
              <a:spcBef>
                <a:spcPts val="0"/>
              </a:spcBef>
              <a:buNone/>
              <a:defRPr sz="1050">
                <a:solidFill>
                  <a:srgbClr val="CDCCCC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rtl="0" algn="r">
              <a:spcBef>
                <a:spcPts val="0"/>
              </a:spcBef>
              <a:buNone/>
              <a:defRPr sz="1050">
                <a:solidFill>
                  <a:srgbClr val="CDCCCC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rtl="0" algn="r">
              <a:spcBef>
                <a:spcPts val="0"/>
              </a:spcBef>
              <a:buNone/>
              <a:defRPr sz="1050">
                <a:solidFill>
                  <a:srgbClr val="CDCCCC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rtl="0" algn="r">
              <a:spcBef>
                <a:spcPts val="0"/>
              </a:spcBef>
              <a:buNone/>
              <a:defRPr sz="1050">
                <a:solidFill>
                  <a:srgbClr val="CDCCCC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rtl="0" algn="r">
              <a:spcBef>
                <a:spcPts val="0"/>
              </a:spcBef>
              <a:buNone/>
              <a:defRPr sz="1050">
                <a:solidFill>
                  <a:srgbClr val="CDCCCC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rtl="0" algn="r">
              <a:spcBef>
                <a:spcPts val="0"/>
              </a:spcBef>
              <a:buNone/>
              <a:defRPr sz="1050">
                <a:solidFill>
                  <a:srgbClr val="CDCCCC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fptsoftware.com |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2" name="Google Shape;292;p18"/>
          <p:cNvSpPr txBox="1"/>
          <p:nvPr/>
        </p:nvSpPr>
        <p:spPr>
          <a:xfrm>
            <a:off x="525780" y="6415503"/>
            <a:ext cx="4114800" cy="2519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CDCC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© Copyright FPT – Level of Confidentiality </a:t>
            </a:r>
            <a:endParaRPr sz="1050">
              <a:solidFill>
                <a:srgbClr val="CDCCCC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rganizational Chart">
  <p:cSld name="Organizational Chart"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4" name="Google Shape;294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3175"/>
            <a:ext cx="12192000" cy="958850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19"/>
          <p:cNvSpPr txBox="1"/>
          <p:nvPr>
            <p:ph type="title"/>
          </p:nvPr>
        </p:nvSpPr>
        <p:spPr>
          <a:xfrm>
            <a:off x="525780" y="190527"/>
            <a:ext cx="10515600" cy="7110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Quattrocento Sans"/>
              <a:buNone/>
              <a:defRPr sz="28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6" name="Google Shape;296;p19"/>
          <p:cNvSpPr/>
          <p:nvPr/>
        </p:nvSpPr>
        <p:spPr>
          <a:xfrm>
            <a:off x="-426720" y="1118429"/>
            <a:ext cx="266700" cy="685815"/>
          </a:xfrm>
          <a:prstGeom prst="roundRect">
            <a:avLst>
              <a:gd fmla="val 8511" name="adj"/>
            </a:avLst>
          </a:prstGeom>
          <a:solidFill>
            <a:srgbClr val="034E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97" name="Google Shape;297;p19"/>
          <p:cNvSpPr/>
          <p:nvPr/>
        </p:nvSpPr>
        <p:spPr>
          <a:xfrm>
            <a:off x="-426720" y="1914296"/>
            <a:ext cx="266700" cy="685815"/>
          </a:xfrm>
          <a:prstGeom prst="roundRect">
            <a:avLst>
              <a:gd fmla="val 8511" name="adj"/>
            </a:avLst>
          </a:prstGeom>
          <a:solidFill>
            <a:srgbClr val="19226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98" name="Google Shape;298;p19"/>
          <p:cNvSpPr/>
          <p:nvPr/>
        </p:nvSpPr>
        <p:spPr>
          <a:xfrm>
            <a:off x="-426720" y="2710163"/>
            <a:ext cx="266700" cy="685815"/>
          </a:xfrm>
          <a:prstGeom prst="roundRect">
            <a:avLst>
              <a:gd fmla="val 8511" name="adj"/>
            </a:avLst>
          </a:prstGeom>
          <a:solidFill>
            <a:srgbClr val="33B2C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99" name="Google Shape;299;p19"/>
          <p:cNvSpPr/>
          <p:nvPr/>
        </p:nvSpPr>
        <p:spPr>
          <a:xfrm>
            <a:off x="-426720" y="3506030"/>
            <a:ext cx="266700" cy="685815"/>
          </a:xfrm>
          <a:prstGeom prst="roundRect">
            <a:avLst>
              <a:gd fmla="val 8511" name="adj"/>
            </a:avLst>
          </a:prstGeom>
          <a:solidFill>
            <a:srgbClr val="50B84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00" name="Google Shape;300;p19"/>
          <p:cNvSpPr/>
          <p:nvPr/>
        </p:nvSpPr>
        <p:spPr>
          <a:xfrm>
            <a:off x="-426720" y="4301897"/>
            <a:ext cx="266700" cy="685815"/>
          </a:xfrm>
          <a:prstGeom prst="roundRect">
            <a:avLst>
              <a:gd fmla="val 8511" name="adj"/>
            </a:avLst>
          </a:prstGeom>
          <a:solidFill>
            <a:srgbClr val="F3712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01" name="Google Shape;301;p19"/>
          <p:cNvSpPr/>
          <p:nvPr/>
        </p:nvSpPr>
        <p:spPr>
          <a:xfrm>
            <a:off x="-426720" y="5097764"/>
            <a:ext cx="266700" cy="685815"/>
          </a:xfrm>
          <a:prstGeom prst="roundRect">
            <a:avLst>
              <a:gd fmla="val 8511" name="adj"/>
            </a:avLst>
          </a:prstGeom>
          <a:solidFill>
            <a:srgbClr val="E4E5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02" name="Google Shape;302;p19"/>
          <p:cNvSpPr/>
          <p:nvPr/>
        </p:nvSpPr>
        <p:spPr>
          <a:xfrm>
            <a:off x="-426720" y="5893631"/>
            <a:ext cx="266700" cy="685815"/>
          </a:xfrm>
          <a:prstGeom prst="roundRect">
            <a:avLst>
              <a:gd fmla="val 8511" name="adj"/>
            </a:avLst>
          </a:prstGeom>
          <a:solidFill>
            <a:srgbClr val="B5B5B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03" name="Google Shape;303;p19"/>
          <p:cNvSpPr/>
          <p:nvPr/>
        </p:nvSpPr>
        <p:spPr>
          <a:xfrm>
            <a:off x="4961919" y="1606660"/>
            <a:ext cx="2075489" cy="778903"/>
          </a:xfrm>
          <a:prstGeom prst="roundRect">
            <a:avLst>
              <a:gd fmla="val 8085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304" name="Google Shape;304;p19"/>
          <p:cNvCxnSpPr/>
          <p:nvPr/>
        </p:nvCxnSpPr>
        <p:spPr>
          <a:xfrm rot="10800000">
            <a:off x="5078579" y="2824353"/>
            <a:ext cx="0" cy="397949"/>
          </a:xfrm>
          <a:prstGeom prst="straightConnector1">
            <a:avLst/>
          </a:prstGeom>
          <a:noFill/>
          <a:ln cap="flat" cmpd="sng" w="19050">
            <a:solidFill>
              <a:srgbClr val="C1C1C1"/>
            </a:solidFill>
            <a:prstDash val="dot"/>
            <a:miter lim="800000"/>
            <a:headEnd len="sm" w="sm" type="none"/>
            <a:tailEnd len="sm" w="sm" type="none"/>
          </a:ln>
        </p:spPr>
      </p:cxnSp>
      <p:cxnSp>
        <p:nvCxnSpPr>
          <p:cNvPr id="305" name="Google Shape;305;p19"/>
          <p:cNvCxnSpPr/>
          <p:nvPr/>
        </p:nvCxnSpPr>
        <p:spPr>
          <a:xfrm rot="10800000">
            <a:off x="2264259" y="2824353"/>
            <a:ext cx="0" cy="397949"/>
          </a:xfrm>
          <a:prstGeom prst="straightConnector1">
            <a:avLst/>
          </a:prstGeom>
          <a:noFill/>
          <a:ln cap="flat" cmpd="sng" w="19050">
            <a:solidFill>
              <a:srgbClr val="C1C1C1"/>
            </a:solidFill>
            <a:prstDash val="dot"/>
            <a:miter lim="800000"/>
            <a:headEnd len="sm" w="sm" type="none"/>
            <a:tailEnd len="sm" w="sm" type="none"/>
          </a:ln>
        </p:spPr>
      </p:cxnSp>
      <p:cxnSp>
        <p:nvCxnSpPr>
          <p:cNvPr id="306" name="Google Shape;306;p19"/>
          <p:cNvCxnSpPr/>
          <p:nvPr/>
        </p:nvCxnSpPr>
        <p:spPr>
          <a:xfrm rot="10800000">
            <a:off x="10770856" y="2824353"/>
            <a:ext cx="0" cy="397949"/>
          </a:xfrm>
          <a:prstGeom prst="straightConnector1">
            <a:avLst/>
          </a:prstGeom>
          <a:noFill/>
          <a:ln cap="flat" cmpd="sng" w="19050">
            <a:solidFill>
              <a:srgbClr val="C1C1C1"/>
            </a:solidFill>
            <a:prstDash val="dot"/>
            <a:miter lim="800000"/>
            <a:headEnd len="sm" w="sm" type="none"/>
            <a:tailEnd len="sm" w="sm" type="none"/>
          </a:ln>
        </p:spPr>
      </p:cxnSp>
      <p:cxnSp>
        <p:nvCxnSpPr>
          <p:cNvPr id="307" name="Google Shape;307;p19"/>
          <p:cNvCxnSpPr/>
          <p:nvPr/>
        </p:nvCxnSpPr>
        <p:spPr>
          <a:xfrm rot="10800000">
            <a:off x="7956536" y="2824353"/>
            <a:ext cx="0" cy="397949"/>
          </a:xfrm>
          <a:prstGeom prst="straightConnector1">
            <a:avLst/>
          </a:prstGeom>
          <a:noFill/>
          <a:ln cap="flat" cmpd="sng" w="19050">
            <a:solidFill>
              <a:srgbClr val="C1C1C1"/>
            </a:solidFill>
            <a:prstDash val="dot"/>
            <a:miter lim="800000"/>
            <a:headEnd len="sm" w="sm" type="none"/>
            <a:tailEnd len="sm" w="sm" type="none"/>
          </a:ln>
        </p:spPr>
      </p:cxnSp>
      <p:cxnSp>
        <p:nvCxnSpPr>
          <p:cNvPr id="308" name="Google Shape;308;p19"/>
          <p:cNvCxnSpPr/>
          <p:nvPr/>
        </p:nvCxnSpPr>
        <p:spPr>
          <a:xfrm rot="10800000">
            <a:off x="6034263" y="2385564"/>
            <a:ext cx="0" cy="451668"/>
          </a:xfrm>
          <a:prstGeom prst="straightConnector1">
            <a:avLst/>
          </a:prstGeom>
          <a:noFill/>
          <a:ln cap="flat" cmpd="sng" w="19050">
            <a:solidFill>
              <a:srgbClr val="C1C1C1"/>
            </a:solidFill>
            <a:prstDash val="dot"/>
            <a:miter lim="800000"/>
            <a:headEnd len="sm" w="sm" type="none"/>
            <a:tailEnd len="sm" w="sm" type="none"/>
          </a:ln>
        </p:spPr>
      </p:cxnSp>
      <p:cxnSp>
        <p:nvCxnSpPr>
          <p:cNvPr id="309" name="Google Shape;309;p19"/>
          <p:cNvCxnSpPr/>
          <p:nvPr/>
        </p:nvCxnSpPr>
        <p:spPr>
          <a:xfrm>
            <a:off x="2262348" y="2824353"/>
            <a:ext cx="8520083" cy="0"/>
          </a:xfrm>
          <a:prstGeom prst="straightConnector1">
            <a:avLst/>
          </a:prstGeom>
          <a:noFill/>
          <a:ln cap="flat" cmpd="sng" w="19050">
            <a:solidFill>
              <a:srgbClr val="C1C1C1"/>
            </a:solidFill>
            <a:prstDash val="dot"/>
            <a:miter lim="800000"/>
            <a:headEnd len="sm" w="sm" type="none"/>
            <a:tailEnd len="sm" w="sm" type="none"/>
          </a:ln>
        </p:spPr>
      </p:cxnSp>
      <p:cxnSp>
        <p:nvCxnSpPr>
          <p:cNvPr id="310" name="Google Shape;310;p19"/>
          <p:cNvCxnSpPr/>
          <p:nvPr/>
        </p:nvCxnSpPr>
        <p:spPr>
          <a:xfrm rot="10800000">
            <a:off x="5078579" y="4462832"/>
            <a:ext cx="0" cy="397949"/>
          </a:xfrm>
          <a:prstGeom prst="straightConnector1">
            <a:avLst/>
          </a:prstGeom>
          <a:noFill/>
          <a:ln cap="flat" cmpd="sng" w="19050">
            <a:solidFill>
              <a:srgbClr val="C1C1C1"/>
            </a:solidFill>
            <a:prstDash val="dot"/>
            <a:miter lim="800000"/>
            <a:headEnd len="sm" w="sm" type="none"/>
            <a:tailEnd len="sm" w="sm" type="none"/>
          </a:ln>
        </p:spPr>
      </p:cxnSp>
      <p:cxnSp>
        <p:nvCxnSpPr>
          <p:cNvPr id="311" name="Google Shape;311;p19"/>
          <p:cNvCxnSpPr/>
          <p:nvPr/>
        </p:nvCxnSpPr>
        <p:spPr>
          <a:xfrm rot="10800000">
            <a:off x="10770856" y="4462832"/>
            <a:ext cx="0" cy="397949"/>
          </a:xfrm>
          <a:prstGeom prst="straightConnector1">
            <a:avLst/>
          </a:prstGeom>
          <a:noFill/>
          <a:ln cap="flat" cmpd="sng" w="19050">
            <a:solidFill>
              <a:srgbClr val="C1C1C1"/>
            </a:solidFill>
            <a:prstDash val="dot"/>
            <a:miter lim="800000"/>
            <a:headEnd len="sm" w="sm" type="none"/>
            <a:tailEnd len="sm" w="sm" type="none"/>
          </a:ln>
        </p:spPr>
      </p:cxnSp>
      <p:cxnSp>
        <p:nvCxnSpPr>
          <p:cNvPr id="312" name="Google Shape;312;p19"/>
          <p:cNvCxnSpPr/>
          <p:nvPr/>
        </p:nvCxnSpPr>
        <p:spPr>
          <a:xfrm rot="10800000">
            <a:off x="7956536" y="4011164"/>
            <a:ext cx="0" cy="832698"/>
          </a:xfrm>
          <a:prstGeom prst="straightConnector1">
            <a:avLst/>
          </a:prstGeom>
          <a:noFill/>
          <a:ln cap="flat" cmpd="sng" w="19050">
            <a:solidFill>
              <a:srgbClr val="C1C1C1"/>
            </a:solidFill>
            <a:prstDash val="dot"/>
            <a:miter lim="800000"/>
            <a:headEnd len="sm" w="sm" type="none"/>
            <a:tailEnd len="sm" w="sm" type="none"/>
          </a:ln>
        </p:spPr>
      </p:cxnSp>
      <p:cxnSp>
        <p:nvCxnSpPr>
          <p:cNvPr id="313" name="Google Shape;313;p19"/>
          <p:cNvCxnSpPr/>
          <p:nvPr/>
        </p:nvCxnSpPr>
        <p:spPr>
          <a:xfrm>
            <a:off x="5068419" y="4462832"/>
            <a:ext cx="5702437" cy="0"/>
          </a:xfrm>
          <a:prstGeom prst="straightConnector1">
            <a:avLst/>
          </a:prstGeom>
          <a:noFill/>
          <a:ln cap="flat" cmpd="sng" w="19050">
            <a:solidFill>
              <a:srgbClr val="C1C1C1"/>
            </a:solidFill>
            <a:prstDash val="dot"/>
            <a:miter lim="800000"/>
            <a:headEnd len="sm" w="sm" type="none"/>
            <a:tailEnd len="sm" w="sm" type="none"/>
          </a:ln>
        </p:spPr>
      </p:cxnSp>
      <p:cxnSp>
        <p:nvCxnSpPr>
          <p:cNvPr id="314" name="Google Shape;314;p19"/>
          <p:cNvCxnSpPr/>
          <p:nvPr/>
        </p:nvCxnSpPr>
        <p:spPr>
          <a:xfrm rot="10800000">
            <a:off x="2264259" y="4011164"/>
            <a:ext cx="0" cy="832698"/>
          </a:xfrm>
          <a:prstGeom prst="straightConnector1">
            <a:avLst/>
          </a:prstGeom>
          <a:noFill/>
          <a:ln cap="flat" cmpd="sng" w="19050">
            <a:solidFill>
              <a:srgbClr val="C1C1C1"/>
            </a:solidFill>
            <a:prstDash val="dot"/>
            <a:miter lim="800000"/>
            <a:headEnd len="sm" w="sm" type="none"/>
            <a:tailEnd len="sm" w="sm" type="none"/>
          </a:ln>
        </p:spPr>
      </p:cxnSp>
      <p:sp>
        <p:nvSpPr>
          <p:cNvPr id="315" name="Google Shape;315;p19"/>
          <p:cNvSpPr/>
          <p:nvPr/>
        </p:nvSpPr>
        <p:spPr>
          <a:xfrm>
            <a:off x="4464474" y="1493773"/>
            <a:ext cx="994890" cy="99488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16" name="Google Shape;316;p19"/>
          <p:cNvSpPr/>
          <p:nvPr>
            <p:ph idx="2" type="pic"/>
          </p:nvPr>
        </p:nvSpPr>
        <p:spPr>
          <a:xfrm>
            <a:off x="4514526" y="1542997"/>
            <a:ext cx="894785" cy="89478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17" name="Google Shape;317;p19"/>
          <p:cNvSpPr txBox="1"/>
          <p:nvPr>
            <p:ph idx="1" type="body"/>
          </p:nvPr>
        </p:nvSpPr>
        <p:spPr>
          <a:xfrm>
            <a:off x="5480489" y="1748584"/>
            <a:ext cx="1400459" cy="5667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/>
        </p:txBody>
      </p:sp>
      <p:sp>
        <p:nvSpPr>
          <p:cNvPr id="318" name="Google Shape;318;p19"/>
          <p:cNvSpPr/>
          <p:nvPr/>
        </p:nvSpPr>
        <p:spPr>
          <a:xfrm>
            <a:off x="1121502" y="3255156"/>
            <a:ext cx="2075489" cy="778903"/>
          </a:xfrm>
          <a:prstGeom prst="roundRect">
            <a:avLst>
              <a:gd fmla="val 8085" name="adj"/>
            </a:avLst>
          </a:prstGeom>
          <a:solidFill>
            <a:srgbClr val="E5E5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19" name="Google Shape;319;p19"/>
          <p:cNvSpPr/>
          <p:nvPr/>
        </p:nvSpPr>
        <p:spPr>
          <a:xfrm>
            <a:off x="624057" y="3142269"/>
            <a:ext cx="994890" cy="99488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20" name="Google Shape;320;p19"/>
          <p:cNvSpPr/>
          <p:nvPr>
            <p:ph idx="3" type="pic"/>
          </p:nvPr>
        </p:nvSpPr>
        <p:spPr>
          <a:xfrm>
            <a:off x="674109" y="3191493"/>
            <a:ext cx="894785" cy="89478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21" name="Google Shape;321;p19"/>
          <p:cNvSpPr txBox="1"/>
          <p:nvPr>
            <p:ph idx="4" type="body"/>
          </p:nvPr>
        </p:nvSpPr>
        <p:spPr>
          <a:xfrm>
            <a:off x="1640072" y="3397080"/>
            <a:ext cx="1400459" cy="5667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accen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1" sz="1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/>
        </p:txBody>
      </p:sp>
      <p:sp>
        <p:nvSpPr>
          <p:cNvPr id="322" name="Google Shape;322;p19"/>
          <p:cNvSpPr/>
          <p:nvPr/>
        </p:nvSpPr>
        <p:spPr>
          <a:xfrm>
            <a:off x="3954854" y="3255156"/>
            <a:ext cx="2075489" cy="778903"/>
          </a:xfrm>
          <a:prstGeom prst="roundRect">
            <a:avLst>
              <a:gd fmla="val 8085" name="adj"/>
            </a:avLst>
          </a:prstGeom>
          <a:solidFill>
            <a:srgbClr val="E5E5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23" name="Google Shape;323;p19"/>
          <p:cNvSpPr/>
          <p:nvPr/>
        </p:nvSpPr>
        <p:spPr>
          <a:xfrm>
            <a:off x="3457409" y="3142269"/>
            <a:ext cx="994890" cy="99488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24" name="Google Shape;324;p19"/>
          <p:cNvSpPr/>
          <p:nvPr>
            <p:ph idx="5" type="pic"/>
          </p:nvPr>
        </p:nvSpPr>
        <p:spPr>
          <a:xfrm>
            <a:off x="3507461" y="3191493"/>
            <a:ext cx="894785" cy="89478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25" name="Google Shape;325;p19"/>
          <p:cNvSpPr txBox="1"/>
          <p:nvPr>
            <p:ph idx="6" type="body"/>
          </p:nvPr>
        </p:nvSpPr>
        <p:spPr>
          <a:xfrm>
            <a:off x="4473424" y="3397080"/>
            <a:ext cx="1400459" cy="5667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accen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1" sz="1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/>
        </p:txBody>
      </p:sp>
      <p:sp>
        <p:nvSpPr>
          <p:cNvPr id="326" name="Google Shape;326;p19"/>
          <p:cNvSpPr/>
          <p:nvPr/>
        </p:nvSpPr>
        <p:spPr>
          <a:xfrm>
            <a:off x="6788207" y="3255156"/>
            <a:ext cx="2075489" cy="778903"/>
          </a:xfrm>
          <a:prstGeom prst="roundRect">
            <a:avLst>
              <a:gd fmla="val 8085" name="adj"/>
            </a:avLst>
          </a:prstGeom>
          <a:solidFill>
            <a:srgbClr val="E5E5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27" name="Google Shape;327;p19"/>
          <p:cNvSpPr/>
          <p:nvPr/>
        </p:nvSpPr>
        <p:spPr>
          <a:xfrm>
            <a:off x="6290762" y="3142269"/>
            <a:ext cx="994890" cy="99488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28" name="Google Shape;328;p19"/>
          <p:cNvSpPr/>
          <p:nvPr>
            <p:ph idx="7" type="pic"/>
          </p:nvPr>
        </p:nvSpPr>
        <p:spPr>
          <a:xfrm>
            <a:off x="6340814" y="3191493"/>
            <a:ext cx="894785" cy="89478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29" name="Google Shape;329;p19"/>
          <p:cNvSpPr txBox="1"/>
          <p:nvPr>
            <p:ph idx="8" type="body"/>
          </p:nvPr>
        </p:nvSpPr>
        <p:spPr>
          <a:xfrm>
            <a:off x="7306777" y="3397080"/>
            <a:ext cx="1400459" cy="5667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accen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1" sz="1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/>
        </p:txBody>
      </p:sp>
      <p:sp>
        <p:nvSpPr>
          <p:cNvPr id="330" name="Google Shape;330;p19"/>
          <p:cNvSpPr/>
          <p:nvPr/>
        </p:nvSpPr>
        <p:spPr>
          <a:xfrm>
            <a:off x="9647317" y="3255156"/>
            <a:ext cx="2075489" cy="778903"/>
          </a:xfrm>
          <a:prstGeom prst="roundRect">
            <a:avLst>
              <a:gd fmla="val 8085" name="adj"/>
            </a:avLst>
          </a:prstGeom>
          <a:solidFill>
            <a:srgbClr val="E5E5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31" name="Google Shape;331;p19"/>
          <p:cNvSpPr/>
          <p:nvPr/>
        </p:nvSpPr>
        <p:spPr>
          <a:xfrm>
            <a:off x="9149872" y="3142269"/>
            <a:ext cx="994890" cy="99488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32" name="Google Shape;332;p19"/>
          <p:cNvSpPr/>
          <p:nvPr>
            <p:ph idx="9" type="pic"/>
          </p:nvPr>
        </p:nvSpPr>
        <p:spPr>
          <a:xfrm>
            <a:off x="9199924" y="3191493"/>
            <a:ext cx="894785" cy="89478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33" name="Google Shape;333;p19"/>
          <p:cNvSpPr txBox="1"/>
          <p:nvPr>
            <p:ph idx="13" type="body"/>
          </p:nvPr>
        </p:nvSpPr>
        <p:spPr>
          <a:xfrm>
            <a:off x="10165887" y="3397080"/>
            <a:ext cx="1400459" cy="5667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accen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1" sz="1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/>
        </p:txBody>
      </p:sp>
      <p:sp>
        <p:nvSpPr>
          <p:cNvPr id="334" name="Google Shape;334;p19"/>
          <p:cNvSpPr/>
          <p:nvPr/>
        </p:nvSpPr>
        <p:spPr>
          <a:xfrm>
            <a:off x="1314606" y="4824843"/>
            <a:ext cx="1725925" cy="778903"/>
          </a:xfrm>
          <a:prstGeom prst="roundRect">
            <a:avLst>
              <a:gd fmla="val 8085" name="adj"/>
            </a:avLst>
          </a:prstGeom>
          <a:solidFill>
            <a:srgbClr val="E5E5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35" name="Google Shape;335;p19"/>
          <p:cNvSpPr/>
          <p:nvPr/>
        </p:nvSpPr>
        <p:spPr>
          <a:xfrm>
            <a:off x="887946" y="4782741"/>
            <a:ext cx="853320" cy="85331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36" name="Google Shape;336;p19"/>
          <p:cNvSpPr/>
          <p:nvPr>
            <p:ph idx="14" type="pic"/>
          </p:nvPr>
        </p:nvSpPr>
        <p:spPr>
          <a:xfrm>
            <a:off x="930876" y="4824844"/>
            <a:ext cx="767460" cy="767458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37" name="Google Shape;337;p19"/>
          <p:cNvSpPr txBox="1"/>
          <p:nvPr>
            <p:ph idx="15" type="body"/>
          </p:nvPr>
        </p:nvSpPr>
        <p:spPr>
          <a:xfrm>
            <a:off x="1756576" y="4966767"/>
            <a:ext cx="1283956" cy="5667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1" sz="1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/>
        </p:txBody>
      </p:sp>
      <p:sp>
        <p:nvSpPr>
          <p:cNvPr id="338" name="Google Shape;338;p19"/>
          <p:cNvSpPr/>
          <p:nvPr/>
        </p:nvSpPr>
        <p:spPr>
          <a:xfrm>
            <a:off x="4651572" y="4824843"/>
            <a:ext cx="1725925" cy="778903"/>
          </a:xfrm>
          <a:prstGeom prst="roundRect">
            <a:avLst>
              <a:gd fmla="val 8085" name="adj"/>
            </a:avLst>
          </a:prstGeom>
          <a:solidFill>
            <a:srgbClr val="E5E5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39" name="Google Shape;339;p19"/>
          <p:cNvSpPr/>
          <p:nvPr/>
        </p:nvSpPr>
        <p:spPr>
          <a:xfrm>
            <a:off x="4224912" y="4782741"/>
            <a:ext cx="853320" cy="85331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40" name="Google Shape;340;p19"/>
          <p:cNvSpPr/>
          <p:nvPr>
            <p:ph idx="16" type="pic"/>
          </p:nvPr>
        </p:nvSpPr>
        <p:spPr>
          <a:xfrm>
            <a:off x="4267842" y="4824844"/>
            <a:ext cx="767460" cy="767458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41" name="Google Shape;341;p19"/>
          <p:cNvSpPr txBox="1"/>
          <p:nvPr>
            <p:ph idx="17" type="body"/>
          </p:nvPr>
        </p:nvSpPr>
        <p:spPr>
          <a:xfrm>
            <a:off x="5093542" y="4966767"/>
            <a:ext cx="1283956" cy="5667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1" sz="1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/>
        </p:txBody>
      </p:sp>
      <p:sp>
        <p:nvSpPr>
          <p:cNvPr id="342" name="Google Shape;342;p19"/>
          <p:cNvSpPr/>
          <p:nvPr/>
        </p:nvSpPr>
        <p:spPr>
          <a:xfrm>
            <a:off x="6991010" y="4824843"/>
            <a:ext cx="1725925" cy="778903"/>
          </a:xfrm>
          <a:prstGeom prst="roundRect">
            <a:avLst>
              <a:gd fmla="val 8085" name="adj"/>
            </a:avLst>
          </a:prstGeom>
          <a:solidFill>
            <a:srgbClr val="E5E5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43" name="Google Shape;343;p19"/>
          <p:cNvSpPr/>
          <p:nvPr/>
        </p:nvSpPr>
        <p:spPr>
          <a:xfrm>
            <a:off x="6564350" y="4782741"/>
            <a:ext cx="853320" cy="85331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44" name="Google Shape;344;p19"/>
          <p:cNvSpPr/>
          <p:nvPr>
            <p:ph idx="18" type="pic"/>
          </p:nvPr>
        </p:nvSpPr>
        <p:spPr>
          <a:xfrm>
            <a:off x="6607280" y="4824844"/>
            <a:ext cx="767460" cy="767458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45" name="Google Shape;345;p19"/>
          <p:cNvSpPr txBox="1"/>
          <p:nvPr>
            <p:ph idx="19" type="body"/>
          </p:nvPr>
        </p:nvSpPr>
        <p:spPr>
          <a:xfrm>
            <a:off x="7432980" y="4966767"/>
            <a:ext cx="1283956" cy="5667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1" sz="1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/>
        </p:txBody>
      </p:sp>
      <p:sp>
        <p:nvSpPr>
          <p:cNvPr id="346" name="Google Shape;346;p19"/>
          <p:cNvSpPr/>
          <p:nvPr/>
        </p:nvSpPr>
        <p:spPr>
          <a:xfrm>
            <a:off x="9318575" y="4824843"/>
            <a:ext cx="1725925" cy="778903"/>
          </a:xfrm>
          <a:prstGeom prst="roundRect">
            <a:avLst>
              <a:gd fmla="val 8085" name="adj"/>
            </a:avLst>
          </a:prstGeom>
          <a:solidFill>
            <a:srgbClr val="E5E5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47" name="Google Shape;347;p19"/>
          <p:cNvSpPr/>
          <p:nvPr/>
        </p:nvSpPr>
        <p:spPr>
          <a:xfrm>
            <a:off x="8891915" y="4782741"/>
            <a:ext cx="853320" cy="85331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48" name="Google Shape;348;p19"/>
          <p:cNvSpPr/>
          <p:nvPr>
            <p:ph idx="20" type="pic"/>
          </p:nvPr>
        </p:nvSpPr>
        <p:spPr>
          <a:xfrm>
            <a:off x="8934845" y="4824844"/>
            <a:ext cx="767460" cy="767458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49" name="Google Shape;349;p19"/>
          <p:cNvSpPr txBox="1"/>
          <p:nvPr>
            <p:ph idx="21" type="body"/>
          </p:nvPr>
        </p:nvSpPr>
        <p:spPr>
          <a:xfrm>
            <a:off x="9760545" y="4966767"/>
            <a:ext cx="1283956" cy="5667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1" sz="1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/>
        </p:txBody>
      </p:sp>
      <p:sp>
        <p:nvSpPr>
          <p:cNvPr id="350" name="Google Shape;350;p19"/>
          <p:cNvSpPr txBox="1"/>
          <p:nvPr>
            <p:ph idx="12" type="sldNum"/>
          </p:nvPr>
        </p:nvSpPr>
        <p:spPr>
          <a:xfrm>
            <a:off x="10330249" y="6415503"/>
            <a:ext cx="1577824" cy="2519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1050">
                <a:solidFill>
                  <a:srgbClr val="CDCCCC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rtl="0" algn="r">
              <a:spcBef>
                <a:spcPts val="0"/>
              </a:spcBef>
              <a:buNone/>
              <a:defRPr sz="1050">
                <a:solidFill>
                  <a:srgbClr val="CDCCCC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rtl="0" algn="r">
              <a:spcBef>
                <a:spcPts val="0"/>
              </a:spcBef>
              <a:buNone/>
              <a:defRPr sz="1050">
                <a:solidFill>
                  <a:srgbClr val="CDCCCC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rtl="0" algn="r">
              <a:spcBef>
                <a:spcPts val="0"/>
              </a:spcBef>
              <a:buNone/>
              <a:defRPr sz="1050">
                <a:solidFill>
                  <a:srgbClr val="CDCCCC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rtl="0" algn="r">
              <a:spcBef>
                <a:spcPts val="0"/>
              </a:spcBef>
              <a:buNone/>
              <a:defRPr sz="1050">
                <a:solidFill>
                  <a:srgbClr val="CDCCCC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rtl="0" algn="r">
              <a:spcBef>
                <a:spcPts val="0"/>
              </a:spcBef>
              <a:buNone/>
              <a:defRPr sz="1050">
                <a:solidFill>
                  <a:srgbClr val="CDCCCC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rtl="0" algn="r">
              <a:spcBef>
                <a:spcPts val="0"/>
              </a:spcBef>
              <a:buNone/>
              <a:defRPr sz="1050">
                <a:solidFill>
                  <a:srgbClr val="CDCCCC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rtl="0" algn="r">
              <a:spcBef>
                <a:spcPts val="0"/>
              </a:spcBef>
              <a:buNone/>
              <a:defRPr sz="1050">
                <a:solidFill>
                  <a:srgbClr val="CDCCCC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rtl="0" algn="r">
              <a:spcBef>
                <a:spcPts val="0"/>
              </a:spcBef>
              <a:buNone/>
              <a:defRPr sz="1050">
                <a:solidFill>
                  <a:srgbClr val="CDCCCC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fptsoftware.com |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1" name="Google Shape;351;p19"/>
          <p:cNvSpPr txBox="1"/>
          <p:nvPr/>
        </p:nvSpPr>
        <p:spPr>
          <a:xfrm>
            <a:off x="525780" y="6415503"/>
            <a:ext cx="4114800" cy="2519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CDCC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© Copyright FPT – Level of Confidentiality </a:t>
            </a:r>
            <a:endParaRPr sz="1050">
              <a:solidFill>
                <a:srgbClr val="CDCCCC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ersity">
  <p:cSld name="Diversity"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3" name="Google Shape;353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20"/>
          <p:cNvSpPr txBox="1"/>
          <p:nvPr>
            <p:ph type="title"/>
          </p:nvPr>
        </p:nvSpPr>
        <p:spPr>
          <a:xfrm>
            <a:off x="696531" y="2062457"/>
            <a:ext cx="4828504" cy="2733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Font typeface="Quattrocento Sans"/>
              <a:buNone/>
              <a:defRPr sz="6000">
                <a:solidFill>
                  <a:schemeClr val="accent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55" name="Google Shape;355;p20"/>
          <p:cNvPicPr preferRelativeResize="0"/>
          <p:nvPr/>
        </p:nvPicPr>
        <p:blipFill rotWithShape="1">
          <a:blip r:embed="rId3">
            <a:alphaModFix/>
          </a:blip>
          <a:srcRect b="33397" l="31878" r="31878" t="33398"/>
          <a:stretch/>
        </p:blipFill>
        <p:spPr>
          <a:xfrm>
            <a:off x="618328" y="491728"/>
            <a:ext cx="1123976" cy="7298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rtnership">
  <p:cSld name="Partnership"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7" name="Google Shape;357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58" name="Google Shape;358;p21"/>
          <p:cNvSpPr txBox="1"/>
          <p:nvPr>
            <p:ph type="title"/>
          </p:nvPr>
        </p:nvSpPr>
        <p:spPr>
          <a:xfrm>
            <a:off x="696531" y="2062457"/>
            <a:ext cx="4828504" cy="2733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Quattrocento Sans"/>
              <a:buNone/>
              <a:defRPr sz="60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59" name="Google Shape;359;p21"/>
          <p:cNvPicPr preferRelativeResize="0"/>
          <p:nvPr/>
        </p:nvPicPr>
        <p:blipFill rotWithShape="1">
          <a:blip r:embed="rId3">
            <a:alphaModFix/>
          </a:blip>
          <a:srcRect b="34007" l="32543" r="32543" t="34007"/>
          <a:stretch/>
        </p:blipFill>
        <p:spPr>
          <a:xfrm>
            <a:off x="618328" y="491728"/>
            <a:ext cx="1123976" cy="7298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ergetic">
  <p:cSld name="Energetic">
    <p:bg>
      <p:bgPr>
        <a:solidFill>
          <a:schemeClr val="accent3"/>
        </a:solidFill>
      </p:bgPr>
    </p:bg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22"/>
          <p:cNvSpPr txBox="1"/>
          <p:nvPr>
            <p:ph type="title"/>
          </p:nvPr>
        </p:nvSpPr>
        <p:spPr>
          <a:xfrm>
            <a:off x="696531" y="2062457"/>
            <a:ext cx="4828504" cy="2733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Quattrocento Sans"/>
              <a:buNone/>
              <a:defRPr sz="60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2" name="Google Shape;362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841573" y="188969"/>
            <a:ext cx="10692406" cy="6480061"/>
          </a:xfrm>
          <a:prstGeom prst="rect">
            <a:avLst/>
          </a:prstGeom>
          <a:noFill/>
          <a:ln>
            <a:noFill/>
          </a:ln>
        </p:spPr>
      </p:pic>
      <p:pic>
        <p:nvPicPr>
          <p:cNvPr id="363" name="Google Shape;363;p22"/>
          <p:cNvPicPr preferRelativeResize="0"/>
          <p:nvPr/>
        </p:nvPicPr>
        <p:blipFill rotWithShape="1">
          <a:blip r:embed="rId3">
            <a:alphaModFix/>
          </a:blip>
          <a:srcRect b="34007" l="32543" r="32543" t="34007"/>
          <a:stretch/>
        </p:blipFill>
        <p:spPr>
          <a:xfrm>
            <a:off x="618328" y="491728"/>
            <a:ext cx="1123976" cy="7298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PT Tower">
  <p:cSld name="FPT Tower">
    <p:bg>
      <p:bgPr>
        <a:solidFill>
          <a:schemeClr val="accent3"/>
        </a:solidFill>
      </p:bgPr>
    </p:bg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5" name="Google Shape;365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449111" y="0"/>
            <a:ext cx="8742889" cy="685531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23"/>
          <p:cNvSpPr/>
          <p:nvPr/>
        </p:nvSpPr>
        <p:spPr>
          <a:xfrm>
            <a:off x="0" y="0"/>
            <a:ext cx="8375904" cy="6857997"/>
          </a:xfrm>
          <a:prstGeom prst="rect">
            <a:avLst/>
          </a:prstGeom>
          <a:gradFill>
            <a:gsLst>
              <a:gs pos="0">
                <a:schemeClr val="accent5"/>
              </a:gs>
              <a:gs pos="49000">
                <a:schemeClr val="accent5"/>
              </a:gs>
              <a:gs pos="86000">
                <a:srgbClr val="19226D">
                  <a:alpha val="0"/>
                </a:srgbClr>
              </a:gs>
              <a:gs pos="100000">
                <a:srgbClr val="19226D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Quattrocento Sans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67" name="Google Shape;367;p23"/>
          <p:cNvSpPr txBox="1"/>
          <p:nvPr>
            <p:ph type="title"/>
          </p:nvPr>
        </p:nvSpPr>
        <p:spPr>
          <a:xfrm>
            <a:off x="696531" y="2062457"/>
            <a:ext cx="4828504" cy="2733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Quattrocento Sans"/>
              <a:buNone/>
              <a:defRPr sz="60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8" name="Google Shape;368;p23"/>
          <p:cNvPicPr preferRelativeResize="0"/>
          <p:nvPr/>
        </p:nvPicPr>
        <p:blipFill rotWithShape="1">
          <a:blip r:embed="rId3">
            <a:alphaModFix/>
          </a:blip>
          <a:srcRect b="34007" l="32543" r="32543" t="34007"/>
          <a:stretch/>
        </p:blipFill>
        <p:spPr>
          <a:xfrm>
            <a:off x="618328" y="491728"/>
            <a:ext cx="1123976" cy="7298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-Town">
  <p:cSld name="F-Town">
    <p:bg>
      <p:bgPr>
        <a:solidFill>
          <a:schemeClr val="accent3"/>
        </a:solidFill>
      </p:bgPr>
    </p:bg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0" name="Google Shape;370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p24"/>
          <p:cNvSpPr/>
          <p:nvPr/>
        </p:nvSpPr>
        <p:spPr>
          <a:xfrm>
            <a:off x="-19373" y="-37724"/>
            <a:ext cx="12211374" cy="6913258"/>
          </a:xfrm>
          <a:prstGeom prst="rect">
            <a:avLst/>
          </a:prstGeom>
          <a:gradFill>
            <a:gsLst>
              <a:gs pos="0">
                <a:srgbClr val="262626">
                  <a:alpha val="74901"/>
                </a:srgbClr>
              </a:gs>
              <a:gs pos="47000">
                <a:srgbClr val="080808">
                  <a:alpha val="0"/>
                </a:srgbClr>
              </a:gs>
              <a:gs pos="100000">
                <a:srgbClr val="080808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Quattrocento Sans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72" name="Google Shape;372;p24"/>
          <p:cNvSpPr txBox="1"/>
          <p:nvPr>
            <p:ph type="title"/>
          </p:nvPr>
        </p:nvSpPr>
        <p:spPr>
          <a:xfrm>
            <a:off x="696531" y="2062457"/>
            <a:ext cx="4828504" cy="2733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Quattrocento Sans"/>
              <a:buNone/>
              <a:defRPr sz="60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3" name="Google Shape;373;p24"/>
          <p:cNvPicPr preferRelativeResize="0"/>
          <p:nvPr/>
        </p:nvPicPr>
        <p:blipFill rotWithShape="1">
          <a:blip r:embed="rId3">
            <a:alphaModFix/>
          </a:blip>
          <a:srcRect b="34007" l="32543" r="32543" t="34007"/>
          <a:stretch/>
        </p:blipFill>
        <p:spPr>
          <a:xfrm>
            <a:off x="618328" y="491728"/>
            <a:ext cx="1123976" cy="7298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ola Park">
  <p:cSld name="Hola Park">
    <p:bg>
      <p:bgPr>
        <a:solidFill>
          <a:schemeClr val="accent3"/>
        </a:solidFill>
      </p:bgPr>
    </p:bg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5" name="Google Shape;375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9373" y="0"/>
            <a:ext cx="12211374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76" name="Google Shape;376;p25"/>
          <p:cNvSpPr/>
          <p:nvPr/>
        </p:nvSpPr>
        <p:spPr>
          <a:xfrm>
            <a:off x="-19373" y="-37724"/>
            <a:ext cx="12211374" cy="6913258"/>
          </a:xfrm>
          <a:prstGeom prst="rect">
            <a:avLst/>
          </a:prstGeom>
          <a:gradFill>
            <a:gsLst>
              <a:gs pos="0">
                <a:srgbClr val="262626">
                  <a:alpha val="80000"/>
                </a:srgbClr>
              </a:gs>
              <a:gs pos="6000">
                <a:srgbClr val="262626">
                  <a:alpha val="80000"/>
                </a:srgbClr>
              </a:gs>
              <a:gs pos="47000">
                <a:srgbClr val="080808">
                  <a:alpha val="0"/>
                </a:srgbClr>
              </a:gs>
              <a:gs pos="100000">
                <a:srgbClr val="080808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Quattrocento Sans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77" name="Google Shape;377;p25"/>
          <p:cNvSpPr txBox="1"/>
          <p:nvPr>
            <p:ph type="title"/>
          </p:nvPr>
        </p:nvSpPr>
        <p:spPr>
          <a:xfrm>
            <a:off x="696531" y="2062457"/>
            <a:ext cx="4828504" cy="2733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Quattrocento Sans"/>
              <a:buNone/>
              <a:defRPr sz="60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8" name="Google Shape;378;p25"/>
          <p:cNvPicPr preferRelativeResize="0"/>
          <p:nvPr/>
        </p:nvPicPr>
        <p:blipFill rotWithShape="1">
          <a:blip r:embed="rId3">
            <a:alphaModFix/>
          </a:blip>
          <a:srcRect b="34007" l="32543" r="32543" t="34007"/>
          <a:stretch/>
        </p:blipFill>
        <p:spPr>
          <a:xfrm>
            <a:off x="618328" y="491728"/>
            <a:ext cx="1123976" cy="7298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ietnam">
  <p:cSld name="Vietnam">
    <p:bg>
      <p:bgPr>
        <a:solidFill>
          <a:schemeClr val="lt1"/>
        </a:solidFill>
      </p:bgPr>
    </p:bg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0" name="Google Shape;380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349" y="0"/>
            <a:ext cx="12205023" cy="6872483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26"/>
          <p:cNvSpPr/>
          <p:nvPr/>
        </p:nvSpPr>
        <p:spPr>
          <a:xfrm>
            <a:off x="-19373" y="-37724"/>
            <a:ext cx="12211374" cy="6913258"/>
          </a:xfrm>
          <a:prstGeom prst="rect">
            <a:avLst/>
          </a:prstGeom>
          <a:gradFill>
            <a:gsLst>
              <a:gs pos="0">
                <a:srgbClr val="262626">
                  <a:alpha val="69803"/>
                </a:srgbClr>
              </a:gs>
              <a:gs pos="47000">
                <a:srgbClr val="080808">
                  <a:alpha val="0"/>
                </a:srgbClr>
              </a:gs>
              <a:gs pos="100000">
                <a:srgbClr val="080808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Quattrocento Sans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82" name="Google Shape;382;p26"/>
          <p:cNvSpPr txBox="1"/>
          <p:nvPr>
            <p:ph type="title"/>
          </p:nvPr>
        </p:nvSpPr>
        <p:spPr>
          <a:xfrm>
            <a:off x="696531" y="2062457"/>
            <a:ext cx="4828504" cy="2733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Quattrocento Sans"/>
              <a:buNone/>
              <a:defRPr sz="60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83" name="Google Shape;383;p26"/>
          <p:cNvPicPr preferRelativeResize="0"/>
          <p:nvPr/>
        </p:nvPicPr>
        <p:blipFill rotWithShape="1">
          <a:blip r:embed="rId3">
            <a:alphaModFix/>
          </a:blip>
          <a:srcRect b="34007" l="32543" r="32543" t="34007"/>
          <a:stretch/>
        </p:blipFill>
        <p:spPr>
          <a:xfrm>
            <a:off x="618328" y="491728"/>
            <a:ext cx="1123976" cy="7298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27"/>
          <p:cNvSpPr/>
          <p:nvPr/>
        </p:nvSpPr>
        <p:spPr>
          <a:xfrm>
            <a:off x="-426720" y="1118429"/>
            <a:ext cx="266700" cy="685815"/>
          </a:xfrm>
          <a:prstGeom prst="roundRect">
            <a:avLst>
              <a:gd fmla="val 8511" name="adj"/>
            </a:avLst>
          </a:prstGeom>
          <a:solidFill>
            <a:srgbClr val="034E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86" name="Google Shape;386;p27"/>
          <p:cNvSpPr/>
          <p:nvPr/>
        </p:nvSpPr>
        <p:spPr>
          <a:xfrm>
            <a:off x="-426720" y="1914296"/>
            <a:ext cx="266700" cy="685815"/>
          </a:xfrm>
          <a:prstGeom prst="roundRect">
            <a:avLst>
              <a:gd fmla="val 8511" name="adj"/>
            </a:avLst>
          </a:prstGeom>
          <a:solidFill>
            <a:srgbClr val="19226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87" name="Google Shape;387;p27"/>
          <p:cNvSpPr/>
          <p:nvPr/>
        </p:nvSpPr>
        <p:spPr>
          <a:xfrm>
            <a:off x="-426720" y="2710163"/>
            <a:ext cx="266700" cy="685815"/>
          </a:xfrm>
          <a:prstGeom prst="roundRect">
            <a:avLst>
              <a:gd fmla="val 8511" name="adj"/>
            </a:avLst>
          </a:prstGeom>
          <a:solidFill>
            <a:srgbClr val="33B2C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88" name="Google Shape;388;p27"/>
          <p:cNvSpPr/>
          <p:nvPr/>
        </p:nvSpPr>
        <p:spPr>
          <a:xfrm>
            <a:off x="-426720" y="3506030"/>
            <a:ext cx="266700" cy="685815"/>
          </a:xfrm>
          <a:prstGeom prst="roundRect">
            <a:avLst>
              <a:gd fmla="val 8511" name="adj"/>
            </a:avLst>
          </a:prstGeom>
          <a:solidFill>
            <a:srgbClr val="50B84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89" name="Google Shape;389;p27"/>
          <p:cNvSpPr/>
          <p:nvPr/>
        </p:nvSpPr>
        <p:spPr>
          <a:xfrm>
            <a:off x="-426720" y="4301897"/>
            <a:ext cx="266700" cy="685815"/>
          </a:xfrm>
          <a:prstGeom prst="roundRect">
            <a:avLst>
              <a:gd fmla="val 8511" name="adj"/>
            </a:avLst>
          </a:prstGeom>
          <a:solidFill>
            <a:srgbClr val="F3712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90" name="Google Shape;390;p27"/>
          <p:cNvSpPr/>
          <p:nvPr/>
        </p:nvSpPr>
        <p:spPr>
          <a:xfrm>
            <a:off x="-426720" y="5097764"/>
            <a:ext cx="266700" cy="685815"/>
          </a:xfrm>
          <a:prstGeom prst="roundRect">
            <a:avLst>
              <a:gd fmla="val 8511" name="adj"/>
            </a:avLst>
          </a:prstGeom>
          <a:solidFill>
            <a:srgbClr val="E4E5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91" name="Google Shape;391;p27"/>
          <p:cNvSpPr txBox="1"/>
          <p:nvPr/>
        </p:nvSpPr>
        <p:spPr>
          <a:xfrm>
            <a:off x="525780" y="6415503"/>
            <a:ext cx="4114800" cy="2519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CDCC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© Copyright FPT Software – Level of Confidentiality </a:t>
            </a:r>
            <a:endParaRPr sz="1050">
              <a:solidFill>
                <a:srgbClr val="CDCCCC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92" name="Google Shape;392;p27"/>
          <p:cNvSpPr/>
          <p:nvPr/>
        </p:nvSpPr>
        <p:spPr>
          <a:xfrm>
            <a:off x="-426720" y="5893631"/>
            <a:ext cx="266700" cy="685815"/>
          </a:xfrm>
          <a:prstGeom prst="roundRect">
            <a:avLst>
              <a:gd fmla="val 8511" name="adj"/>
            </a:avLst>
          </a:prstGeom>
          <a:solidFill>
            <a:srgbClr val="B5B5B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93" name="Google Shape;393;p27"/>
          <p:cNvSpPr txBox="1"/>
          <p:nvPr>
            <p:ph idx="12" type="sldNum"/>
          </p:nvPr>
        </p:nvSpPr>
        <p:spPr>
          <a:xfrm>
            <a:off x="10330249" y="6415503"/>
            <a:ext cx="1577824" cy="2519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1050">
                <a:solidFill>
                  <a:srgbClr val="CDCCCC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rtl="0" algn="r">
              <a:spcBef>
                <a:spcPts val="0"/>
              </a:spcBef>
              <a:buNone/>
              <a:defRPr sz="1050">
                <a:solidFill>
                  <a:srgbClr val="CDCCCC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rtl="0" algn="r">
              <a:spcBef>
                <a:spcPts val="0"/>
              </a:spcBef>
              <a:buNone/>
              <a:defRPr sz="1050">
                <a:solidFill>
                  <a:srgbClr val="CDCCCC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rtl="0" algn="r">
              <a:spcBef>
                <a:spcPts val="0"/>
              </a:spcBef>
              <a:buNone/>
              <a:defRPr sz="1050">
                <a:solidFill>
                  <a:srgbClr val="CDCCCC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rtl="0" algn="r">
              <a:spcBef>
                <a:spcPts val="0"/>
              </a:spcBef>
              <a:buNone/>
              <a:defRPr sz="1050">
                <a:solidFill>
                  <a:srgbClr val="CDCCCC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rtl="0" algn="r">
              <a:spcBef>
                <a:spcPts val="0"/>
              </a:spcBef>
              <a:buNone/>
              <a:defRPr sz="1050">
                <a:solidFill>
                  <a:srgbClr val="CDCCCC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rtl="0" algn="r">
              <a:spcBef>
                <a:spcPts val="0"/>
              </a:spcBef>
              <a:buNone/>
              <a:defRPr sz="1050">
                <a:solidFill>
                  <a:srgbClr val="CDCCCC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rtl="0" algn="r">
              <a:spcBef>
                <a:spcPts val="0"/>
              </a:spcBef>
              <a:buNone/>
              <a:defRPr sz="1050">
                <a:solidFill>
                  <a:srgbClr val="CDCCCC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rtl="0" algn="r">
              <a:spcBef>
                <a:spcPts val="0"/>
              </a:spcBef>
              <a:buNone/>
              <a:defRPr sz="1050">
                <a:solidFill>
                  <a:srgbClr val="CDCCCC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fptsoftware.com |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Blank">
  <p:cSld name="8_Blank">
    <p:bg>
      <p:bgPr>
        <a:solidFill>
          <a:schemeClr val="lt1"/>
        </a:solidFill>
      </p:bgPr>
    </p:bg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5" name="Google Shape;395;p2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467" y="0"/>
            <a:ext cx="12187066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96" name="Google Shape;396;p28"/>
          <p:cNvSpPr/>
          <p:nvPr/>
        </p:nvSpPr>
        <p:spPr>
          <a:xfrm>
            <a:off x="-426720" y="1118429"/>
            <a:ext cx="266700" cy="685815"/>
          </a:xfrm>
          <a:prstGeom prst="roundRect">
            <a:avLst>
              <a:gd fmla="val 8511" name="adj"/>
            </a:avLst>
          </a:prstGeom>
          <a:solidFill>
            <a:srgbClr val="034E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97" name="Google Shape;397;p28"/>
          <p:cNvSpPr/>
          <p:nvPr/>
        </p:nvSpPr>
        <p:spPr>
          <a:xfrm>
            <a:off x="-426720" y="1914296"/>
            <a:ext cx="266700" cy="685815"/>
          </a:xfrm>
          <a:prstGeom prst="roundRect">
            <a:avLst>
              <a:gd fmla="val 8511" name="adj"/>
            </a:avLst>
          </a:prstGeom>
          <a:solidFill>
            <a:srgbClr val="19226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98" name="Google Shape;398;p28"/>
          <p:cNvSpPr/>
          <p:nvPr/>
        </p:nvSpPr>
        <p:spPr>
          <a:xfrm>
            <a:off x="-426720" y="2710163"/>
            <a:ext cx="266700" cy="685815"/>
          </a:xfrm>
          <a:prstGeom prst="roundRect">
            <a:avLst>
              <a:gd fmla="val 8511" name="adj"/>
            </a:avLst>
          </a:prstGeom>
          <a:solidFill>
            <a:srgbClr val="33B2C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99" name="Google Shape;399;p28"/>
          <p:cNvSpPr/>
          <p:nvPr/>
        </p:nvSpPr>
        <p:spPr>
          <a:xfrm>
            <a:off x="-426720" y="3506030"/>
            <a:ext cx="266700" cy="685815"/>
          </a:xfrm>
          <a:prstGeom prst="roundRect">
            <a:avLst>
              <a:gd fmla="val 8511" name="adj"/>
            </a:avLst>
          </a:prstGeom>
          <a:solidFill>
            <a:srgbClr val="50B84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400" name="Google Shape;400;p28"/>
          <p:cNvSpPr/>
          <p:nvPr/>
        </p:nvSpPr>
        <p:spPr>
          <a:xfrm>
            <a:off x="-426720" y="4301897"/>
            <a:ext cx="266700" cy="685815"/>
          </a:xfrm>
          <a:prstGeom prst="roundRect">
            <a:avLst>
              <a:gd fmla="val 8511" name="adj"/>
            </a:avLst>
          </a:prstGeom>
          <a:solidFill>
            <a:srgbClr val="F3712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401" name="Google Shape;401;p28"/>
          <p:cNvSpPr/>
          <p:nvPr/>
        </p:nvSpPr>
        <p:spPr>
          <a:xfrm>
            <a:off x="-426720" y="5097764"/>
            <a:ext cx="266700" cy="685815"/>
          </a:xfrm>
          <a:prstGeom prst="roundRect">
            <a:avLst>
              <a:gd fmla="val 8511" name="adj"/>
            </a:avLst>
          </a:prstGeom>
          <a:solidFill>
            <a:srgbClr val="E4E5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402" name="Google Shape;402;p28"/>
          <p:cNvSpPr txBox="1"/>
          <p:nvPr/>
        </p:nvSpPr>
        <p:spPr>
          <a:xfrm>
            <a:off x="11311875" y="6415503"/>
            <a:ext cx="596198" cy="2519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‹#›</a:t>
            </a:fld>
            <a:endParaRPr sz="12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403" name="Google Shape;403;p28"/>
          <p:cNvSpPr/>
          <p:nvPr/>
        </p:nvSpPr>
        <p:spPr>
          <a:xfrm>
            <a:off x="-426720" y="5893631"/>
            <a:ext cx="266700" cy="685815"/>
          </a:xfrm>
          <a:prstGeom prst="roundRect">
            <a:avLst>
              <a:gd fmla="val 8511" name="adj"/>
            </a:avLst>
          </a:prstGeom>
          <a:solidFill>
            <a:srgbClr val="B5B5B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404" name="Google Shape;404;p28"/>
          <p:cNvSpPr txBox="1"/>
          <p:nvPr>
            <p:ph type="title"/>
          </p:nvPr>
        </p:nvSpPr>
        <p:spPr>
          <a:xfrm>
            <a:off x="652402" y="1578794"/>
            <a:ext cx="7010039" cy="1838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600"/>
              <a:buFont typeface="Arial"/>
              <a:buNone/>
              <a:defRPr sz="6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5" name="Google Shape;405;p28"/>
          <p:cNvSpPr txBox="1"/>
          <p:nvPr>
            <p:ph idx="1" type="body"/>
          </p:nvPr>
        </p:nvSpPr>
        <p:spPr>
          <a:xfrm>
            <a:off x="673100" y="3440881"/>
            <a:ext cx="4470400" cy="512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800"/>
              <a:buFont typeface="Arial"/>
              <a:buNone/>
              <a:defRPr b="1" i="0" sz="2800" u="none" cap="none" strike="noStrike">
                <a:solidFill>
                  <a:schemeClr val="accent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/>
        </p:txBody>
      </p:sp>
      <p:sp>
        <p:nvSpPr>
          <p:cNvPr id="406" name="Google Shape;406;p28"/>
          <p:cNvSpPr txBox="1"/>
          <p:nvPr>
            <p:ph idx="2" type="body"/>
          </p:nvPr>
        </p:nvSpPr>
        <p:spPr>
          <a:xfrm>
            <a:off x="827314" y="5993176"/>
            <a:ext cx="1819050" cy="407624"/>
          </a:xfrm>
          <a:prstGeom prst="rect">
            <a:avLst/>
          </a:prstGeom>
          <a:solidFill>
            <a:schemeClr val="accent1">
              <a:alpha val="20000"/>
            </a:schemeClr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/>
        </p:txBody>
      </p:sp>
      <p:pic>
        <p:nvPicPr>
          <p:cNvPr id="407" name="Google Shape;407;p28"/>
          <p:cNvPicPr preferRelativeResize="0"/>
          <p:nvPr/>
        </p:nvPicPr>
        <p:blipFill rotWithShape="1">
          <a:blip r:embed="rId3">
            <a:alphaModFix/>
          </a:blip>
          <a:srcRect b="33397" l="31878" r="31878" t="33398"/>
          <a:stretch/>
        </p:blipFill>
        <p:spPr>
          <a:xfrm>
            <a:off x="673100" y="491728"/>
            <a:ext cx="1123976" cy="7298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_Light">
  <p:cSld name="Default_Light">
    <p:bg>
      <p:bgPr>
        <a:solidFill>
          <a:schemeClr val="lt1"/>
        </a:solidFill>
      </p:bgPr>
    </p:bg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" name="Google Shape;409;p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3175"/>
            <a:ext cx="12192000" cy="958850"/>
          </a:xfrm>
          <a:prstGeom prst="rect">
            <a:avLst/>
          </a:prstGeom>
          <a:noFill/>
          <a:ln>
            <a:noFill/>
          </a:ln>
        </p:spPr>
      </p:pic>
      <p:sp>
        <p:nvSpPr>
          <p:cNvPr id="410" name="Google Shape;410;p29"/>
          <p:cNvSpPr txBox="1"/>
          <p:nvPr>
            <p:ph type="title"/>
          </p:nvPr>
        </p:nvSpPr>
        <p:spPr>
          <a:xfrm>
            <a:off x="525780" y="190527"/>
            <a:ext cx="10515600" cy="7110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226D"/>
              </a:buClr>
              <a:buSzPts val="2800"/>
              <a:buFont typeface="Arial"/>
              <a:buNone/>
              <a:defRPr sz="2800">
                <a:solidFill>
                  <a:srgbClr val="19226D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1" name="Google Shape;411;p29"/>
          <p:cNvSpPr/>
          <p:nvPr/>
        </p:nvSpPr>
        <p:spPr>
          <a:xfrm>
            <a:off x="-426720" y="1118429"/>
            <a:ext cx="266700" cy="685815"/>
          </a:xfrm>
          <a:prstGeom prst="roundRect">
            <a:avLst>
              <a:gd fmla="val 8511" name="adj"/>
            </a:avLst>
          </a:prstGeom>
          <a:solidFill>
            <a:srgbClr val="034E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412" name="Google Shape;412;p29"/>
          <p:cNvSpPr/>
          <p:nvPr/>
        </p:nvSpPr>
        <p:spPr>
          <a:xfrm>
            <a:off x="-426720" y="1914296"/>
            <a:ext cx="266700" cy="685815"/>
          </a:xfrm>
          <a:prstGeom prst="roundRect">
            <a:avLst>
              <a:gd fmla="val 8511" name="adj"/>
            </a:avLst>
          </a:prstGeom>
          <a:solidFill>
            <a:srgbClr val="19226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413" name="Google Shape;413;p29"/>
          <p:cNvSpPr/>
          <p:nvPr/>
        </p:nvSpPr>
        <p:spPr>
          <a:xfrm>
            <a:off x="-426720" y="2710163"/>
            <a:ext cx="266700" cy="685815"/>
          </a:xfrm>
          <a:prstGeom prst="roundRect">
            <a:avLst>
              <a:gd fmla="val 8511" name="adj"/>
            </a:avLst>
          </a:prstGeom>
          <a:solidFill>
            <a:srgbClr val="33B2C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414" name="Google Shape;414;p29"/>
          <p:cNvSpPr/>
          <p:nvPr/>
        </p:nvSpPr>
        <p:spPr>
          <a:xfrm>
            <a:off x="-426720" y="3506030"/>
            <a:ext cx="266700" cy="685815"/>
          </a:xfrm>
          <a:prstGeom prst="roundRect">
            <a:avLst>
              <a:gd fmla="val 8511" name="adj"/>
            </a:avLst>
          </a:prstGeom>
          <a:solidFill>
            <a:srgbClr val="50B84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415" name="Google Shape;415;p29"/>
          <p:cNvSpPr/>
          <p:nvPr/>
        </p:nvSpPr>
        <p:spPr>
          <a:xfrm>
            <a:off x="-426720" y="4301897"/>
            <a:ext cx="266700" cy="685815"/>
          </a:xfrm>
          <a:prstGeom prst="roundRect">
            <a:avLst>
              <a:gd fmla="val 8511" name="adj"/>
            </a:avLst>
          </a:prstGeom>
          <a:solidFill>
            <a:srgbClr val="F3712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416" name="Google Shape;416;p29"/>
          <p:cNvSpPr/>
          <p:nvPr/>
        </p:nvSpPr>
        <p:spPr>
          <a:xfrm>
            <a:off x="-426720" y="5097764"/>
            <a:ext cx="266700" cy="685815"/>
          </a:xfrm>
          <a:prstGeom prst="roundRect">
            <a:avLst>
              <a:gd fmla="val 8511" name="adj"/>
            </a:avLst>
          </a:prstGeom>
          <a:solidFill>
            <a:srgbClr val="E4E5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417" name="Google Shape;417;p29"/>
          <p:cNvSpPr/>
          <p:nvPr/>
        </p:nvSpPr>
        <p:spPr>
          <a:xfrm>
            <a:off x="-426720" y="5893631"/>
            <a:ext cx="266700" cy="685815"/>
          </a:xfrm>
          <a:prstGeom prst="roundRect">
            <a:avLst>
              <a:gd fmla="val 8511" name="adj"/>
            </a:avLst>
          </a:prstGeom>
          <a:solidFill>
            <a:srgbClr val="B5B5B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418" name="Google Shape;418;p29"/>
          <p:cNvSpPr txBox="1"/>
          <p:nvPr>
            <p:ph idx="12" type="sldNum"/>
          </p:nvPr>
        </p:nvSpPr>
        <p:spPr>
          <a:xfrm>
            <a:off x="10330249" y="6415503"/>
            <a:ext cx="1577824" cy="2519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1050">
                <a:solidFill>
                  <a:srgbClr val="CDCCCC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rtl="0" algn="r">
              <a:spcBef>
                <a:spcPts val="0"/>
              </a:spcBef>
              <a:buNone/>
              <a:defRPr sz="1050">
                <a:solidFill>
                  <a:srgbClr val="CDCCCC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rtl="0" algn="r">
              <a:spcBef>
                <a:spcPts val="0"/>
              </a:spcBef>
              <a:buNone/>
              <a:defRPr sz="1050">
                <a:solidFill>
                  <a:srgbClr val="CDCCCC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rtl="0" algn="r">
              <a:spcBef>
                <a:spcPts val="0"/>
              </a:spcBef>
              <a:buNone/>
              <a:defRPr sz="1050">
                <a:solidFill>
                  <a:srgbClr val="CDCCCC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rtl="0" algn="r">
              <a:spcBef>
                <a:spcPts val="0"/>
              </a:spcBef>
              <a:buNone/>
              <a:defRPr sz="1050">
                <a:solidFill>
                  <a:srgbClr val="CDCCCC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rtl="0" algn="r">
              <a:spcBef>
                <a:spcPts val="0"/>
              </a:spcBef>
              <a:buNone/>
              <a:defRPr sz="1050">
                <a:solidFill>
                  <a:srgbClr val="CDCCCC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rtl="0" algn="r">
              <a:spcBef>
                <a:spcPts val="0"/>
              </a:spcBef>
              <a:buNone/>
              <a:defRPr sz="1050">
                <a:solidFill>
                  <a:srgbClr val="CDCCCC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rtl="0" algn="r">
              <a:spcBef>
                <a:spcPts val="0"/>
              </a:spcBef>
              <a:buNone/>
              <a:defRPr sz="1050">
                <a:solidFill>
                  <a:srgbClr val="CDCCCC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rtl="0" algn="r">
              <a:spcBef>
                <a:spcPts val="0"/>
              </a:spcBef>
              <a:buNone/>
              <a:defRPr sz="1050">
                <a:solidFill>
                  <a:srgbClr val="CDCCCC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fptsoftware.com |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19" name="Google Shape;419;p29"/>
          <p:cNvSpPr txBox="1"/>
          <p:nvPr/>
        </p:nvSpPr>
        <p:spPr>
          <a:xfrm>
            <a:off x="525780" y="6415503"/>
            <a:ext cx="4114800" cy="2519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CDCC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© Copyright FPT – Level of Confidentiality </a:t>
            </a:r>
            <a:endParaRPr sz="1050">
              <a:solidFill>
                <a:srgbClr val="CDCCCC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theme" Target="../theme/theme2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263740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1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1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4" name="Google Shape;424;p30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25" name="Google Shape;425;p30"/>
          <p:cNvSpPr txBox="1"/>
          <p:nvPr>
            <p:ph type="title"/>
          </p:nvPr>
        </p:nvSpPr>
        <p:spPr>
          <a:xfrm>
            <a:off x="652402" y="1578794"/>
            <a:ext cx="7010039" cy="1838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600"/>
              <a:buFont typeface="Arial"/>
              <a:buNone/>
            </a:pPr>
            <a:r>
              <a:rPr lang="en-US"/>
              <a:t>PRESENTATION</a:t>
            </a:r>
            <a:br>
              <a:rPr lang="en-US"/>
            </a:br>
            <a:r>
              <a:rPr lang="en-US"/>
              <a:t>TEMPLATE</a:t>
            </a:r>
            <a:endParaRPr/>
          </a:p>
        </p:txBody>
      </p:sp>
      <p:sp>
        <p:nvSpPr>
          <p:cNvPr id="426" name="Google Shape;426;p30"/>
          <p:cNvSpPr txBox="1"/>
          <p:nvPr>
            <p:ph idx="1" type="body"/>
          </p:nvPr>
        </p:nvSpPr>
        <p:spPr>
          <a:xfrm>
            <a:off x="673100" y="3440881"/>
            <a:ext cx="4470400" cy="512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</a:pPr>
            <a:r>
              <a:rPr lang="en-US"/>
              <a:t>2025</a:t>
            </a:r>
            <a:endParaRPr/>
          </a:p>
        </p:txBody>
      </p:sp>
      <p:sp>
        <p:nvSpPr>
          <p:cNvPr id="427" name="Google Shape;427;p30"/>
          <p:cNvSpPr txBox="1"/>
          <p:nvPr>
            <p:ph idx="2" type="body"/>
          </p:nvPr>
        </p:nvSpPr>
        <p:spPr>
          <a:xfrm>
            <a:off x="827314" y="5993176"/>
            <a:ext cx="1819050" cy="407624"/>
          </a:xfrm>
          <a:prstGeom prst="rect">
            <a:avLst/>
          </a:prstGeom>
          <a:solidFill>
            <a:schemeClr val="accent1">
              <a:alpha val="20000"/>
            </a:schemeClr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</a:pPr>
            <a:r>
              <a:rPr lang="en-US"/>
              <a:t>Datetime</a:t>
            </a:r>
            <a:endParaRPr/>
          </a:p>
        </p:txBody>
      </p:sp>
      <p:pic>
        <p:nvPicPr>
          <p:cNvPr id="428" name="Google Shape;428;p30"/>
          <p:cNvPicPr preferRelativeResize="0"/>
          <p:nvPr/>
        </p:nvPicPr>
        <p:blipFill rotWithShape="1">
          <a:blip r:embed="rId4">
            <a:alphaModFix/>
          </a:blip>
          <a:srcRect b="34007" l="32543" r="32543" t="34007"/>
          <a:stretch/>
        </p:blipFill>
        <p:spPr>
          <a:xfrm>
            <a:off x="759599" y="704334"/>
            <a:ext cx="940168" cy="6105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31"/>
          <p:cNvSpPr txBox="1"/>
          <p:nvPr>
            <p:ph type="title"/>
          </p:nvPr>
        </p:nvSpPr>
        <p:spPr>
          <a:xfrm>
            <a:off x="594991" y="2435283"/>
            <a:ext cx="3499338" cy="19874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Font typeface="Quattrocento Sans"/>
              <a:buNone/>
            </a:pPr>
            <a:r>
              <a:rPr lang="en-US"/>
              <a:t>Table of Contents</a:t>
            </a:r>
            <a:endParaRPr/>
          </a:p>
        </p:txBody>
      </p:sp>
      <p:sp>
        <p:nvSpPr>
          <p:cNvPr id="434" name="Google Shape;434;p31"/>
          <p:cNvSpPr txBox="1"/>
          <p:nvPr>
            <p:ph idx="1" type="body"/>
          </p:nvPr>
        </p:nvSpPr>
        <p:spPr>
          <a:xfrm>
            <a:off x="4773370" y="1116158"/>
            <a:ext cx="715963" cy="750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</a:pPr>
            <a:r>
              <a:rPr lang="en-US"/>
              <a:t>1</a:t>
            </a:r>
            <a:endParaRPr/>
          </a:p>
        </p:txBody>
      </p:sp>
      <p:sp>
        <p:nvSpPr>
          <p:cNvPr id="435" name="Google Shape;435;p31"/>
          <p:cNvSpPr txBox="1"/>
          <p:nvPr>
            <p:ph idx="2" type="body"/>
          </p:nvPr>
        </p:nvSpPr>
        <p:spPr>
          <a:xfrm>
            <a:off x="5721985" y="1282211"/>
            <a:ext cx="4641850" cy="4187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en-US"/>
              <a:t>Lorem Ipsum</a:t>
            </a:r>
            <a:endParaRPr/>
          </a:p>
        </p:txBody>
      </p:sp>
      <p:sp>
        <p:nvSpPr>
          <p:cNvPr id="436" name="Google Shape;436;p31"/>
          <p:cNvSpPr txBox="1"/>
          <p:nvPr>
            <p:ph idx="3" type="body"/>
          </p:nvPr>
        </p:nvSpPr>
        <p:spPr>
          <a:xfrm>
            <a:off x="4773370" y="2400320"/>
            <a:ext cx="715963" cy="750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</a:pPr>
            <a:r>
              <a:rPr lang="en-US"/>
              <a:t>2</a:t>
            </a:r>
            <a:endParaRPr/>
          </a:p>
        </p:txBody>
      </p:sp>
      <p:sp>
        <p:nvSpPr>
          <p:cNvPr id="437" name="Google Shape;437;p31"/>
          <p:cNvSpPr txBox="1"/>
          <p:nvPr>
            <p:ph idx="4" type="body"/>
          </p:nvPr>
        </p:nvSpPr>
        <p:spPr>
          <a:xfrm>
            <a:off x="5721985" y="2566373"/>
            <a:ext cx="4641850" cy="4187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en-US"/>
              <a:t>Lorem Ipsum</a:t>
            </a:r>
            <a:endParaRPr/>
          </a:p>
        </p:txBody>
      </p:sp>
      <p:sp>
        <p:nvSpPr>
          <p:cNvPr id="438" name="Google Shape;438;p31"/>
          <p:cNvSpPr txBox="1"/>
          <p:nvPr>
            <p:ph idx="5" type="body"/>
          </p:nvPr>
        </p:nvSpPr>
        <p:spPr>
          <a:xfrm>
            <a:off x="4773370" y="3684482"/>
            <a:ext cx="715963" cy="750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</a:pPr>
            <a:r>
              <a:rPr lang="en-US"/>
              <a:t>3</a:t>
            </a:r>
            <a:endParaRPr/>
          </a:p>
        </p:txBody>
      </p:sp>
      <p:sp>
        <p:nvSpPr>
          <p:cNvPr id="439" name="Google Shape;439;p31"/>
          <p:cNvSpPr txBox="1"/>
          <p:nvPr>
            <p:ph idx="6" type="body"/>
          </p:nvPr>
        </p:nvSpPr>
        <p:spPr>
          <a:xfrm>
            <a:off x="5721985" y="3850535"/>
            <a:ext cx="4641850" cy="4187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en-US"/>
              <a:t>Lorem Ipsum</a:t>
            </a:r>
            <a:endParaRPr/>
          </a:p>
        </p:txBody>
      </p:sp>
      <p:sp>
        <p:nvSpPr>
          <p:cNvPr id="440" name="Google Shape;440;p31"/>
          <p:cNvSpPr txBox="1"/>
          <p:nvPr>
            <p:ph idx="7" type="body"/>
          </p:nvPr>
        </p:nvSpPr>
        <p:spPr>
          <a:xfrm>
            <a:off x="4773370" y="4968644"/>
            <a:ext cx="715963" cy="750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</a:pPr>
            <a:r>
              <a:rPr lang="en-US"/>
              <a:t>4</a:t>
            </a:r>
            <a:endParaRPr/>
          </a:p>
        </p:txBody>
      </p:sp>
      <p:sp>
        <p:nvSpPr>
          <p:cNvPr id="441" name="Google Shape;441;p31"/>
          <p:cNvSpPr txBox="1"/>
          <p:nvPr>
            <p:ph idx="8" type="body"/>
          </p:nvPr>
        </p:nvSpPr>
        <p:spPr>
          <a:xfrm>
            <a:off x="5721985" y="5134697"/>
            <a:ext cx="4641850" cy="4187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en-US"/>
              <a:t>Lorem Ipsum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32"/>
          <p:cNvSpPr txBox="1"/>
          <p:nvPr>
            <p:ph idx="12" type="sldNum"/>
          </p:nvPr>
        </p:nvSpPr>
        <p:spPr>
          <a:xfrm>
            <a:off x="11311875" y="6415503"/>
            <a:ext cx="596198" cy="2519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33"/>
          <p:cNvSpPr txBox="1"/>
          <p:nvPr>
            <p:ph idx="1" type="body"/>
          </p:nvPr>
        </p:nvSpPr>
        <p:spPr>
          <a:xfrm>
            <a:off x="690059" y="3978761"/>
            <a:ext cx="4884737" cy="7003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</a:pPr>
            <a:r>
              <a:rPr lang="en-US"/>
              <a:t>THANK YOU!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Custom 12">
      <a:dk1>
        <a:srgbClr val="080808"/>
      </a:dk1>
      <a:lt1>
        <a:srgbClr val="FFFFFF"/>
      </a:lt1>
      <a:dk2>
        <a:srgbClr val="4D4D4D"/>
      </a:dk2>
      <a:lt2>
        <a:srgbClr val="FFFFFF"/>
      </a:lt2>
      <a:accent1>
        <a:srgbClr val="F37021"/>
      </a:accent1>
      <a:accent2>
        <a:srgbClr val="50B848"/>
      </a:accent2>
      <a:accent3>
        <a:srgbClr val="034EA2"/>
      </a:accent3>
      <a:accent4>
        <a:srgbClr val="33B2C1"/>
      </a:accent4>
      <a:accent5>
        <a:srgbClr val="19226D"/>
      </a:accent5>
      <a:accent6>
        <a:srgbClr val="AEABAB"/>
      </a:accent6>
      <a:hlink>
        <a:srgbClr val="F37021"/>
      </a:hlink>
      <a:folHlink>
        <a:srgbClr val="F3702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